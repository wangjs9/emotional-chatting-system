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80" r:id="rId1"/>
  </p:sldMasterIdLst>
  <p:notesMasterIdLst>
    <p:notesMasterId r:id="rId39"/>
  </p:notesMasterIdLst>
  <p:handoutMasterIdLst>
    <p:handoutMasterId r:id="rId40"/>
  </p:handoutMasterIdLst>
  <p:sldIdLst>
    <p:sldId id="2046" r:id="rId2"/>
    <p:sldId id="2081" r:id="rId3"/>
    <p:sldId id="2103" r:id="rId4"/>
    <p:sldId id="2098" r:id="rId5"/>
    <p:sldId id="2082" r:id="rId6"/>
    <p:sldId id="2084" r:id="rId7"/>
    <p:sldId id="2104" r:id="rId8"/>
    <p:sldId id="2085" r:id="rId9"/>
    <p:sldId id="2100" r:id="rId10"/>
    <p:sldId id="2121" r:id="rId11"/>
    <p:sldId id="2105" r:id="rId12"/>
    <p:sldId id="2086" r:id="rId13"/>
    <p:sldId id="2087" r:id="rId14"/>
    <p:sldId id="2111" r:id="rId15"/>
    <p:sldId id="2109" r:id="rId16"/>
    <p:sldId id="2088" r:id="rId17"/>
    <p:sldId id="2112" r:id="rId18"/>
    <p:sldId id="2122" r:id="rId19"/>
    <p:sldId id="2090" r:id="rId20"/>
    <p:sldId id="2117" r:id="rId21"/>
    <p:sldId id="2118" r:id="rId22"/>
    <p:sldId id="2091" r:id="rId23"/>
    <p:sldId id="2119" r:id="rId24"/>
    <p:sldId id="2092" r:id="rId25"/>
    <p:sldId id="2106" r:id="rId26"/>
    <p:sldId id="2097" r:id="rId27"/>
    <p:sldId id="2093" r:id="rId28"/>
    <p:sldId id="2113" r:id="rId29"/>
    <p:sldId id="2094" r:id="rId30"/>
    <p:sldId id="2114" r:id="rId31"/>
    <p:sldId id="2115" r:id="rId32"/>
    <p:sldId id="2120" r:id="rId33"/>
    <p:sldId id="2095" r:id="rId34"/>
    <p:sldId id="2107" r:id="rId35"/>
    <p:sldId id="2096" r:id="rId36"/>
    <p:sldId id="2099" r:id="rId37"/>
    <p:sldId id="2080" r:id="rId38"/>
  </p:sldIdLst>
  <p:sldSz cx="24377650" cy="13716000"/>
  <p:notesSz cx="6858000" cy="9144000"/>
  <p:custDataLst>
    <p:tags r:id="rId41"/>
  </p:custDataLst>
  <p:defaultTextStyle>
    <a:defPPr>
      <a:defRPr lang="en-US"/>
    </a:defPPr>
    <a:lvl1pPr marL="0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39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92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05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36" userDrawn="1">
          <p15:clr>
            <a:srgbClr val="A4A3A4"/>
          </p15:clr>
        </p15:guide>
        <p15:guide id="4" pos="14279" userDrawn="1">
          <p15:clr>
            <a:srgbClr val="A4A3A4"/>
          </p15:clr>
        </p15:guide>
        <p15:guide id="5" pos="1077" userDrawn="1">
          <p15:clr>
            <a:srgbClr val="A4A3A4"/>
          </p15:clr>
        </p15:guide>
        <p15:guide id="7" pos="7678" userDrawn="1">
          <p15:clr>
            <a:srgbClr val="A4A3A4"/>
          </p15:clr>
        </p15:guide>
        <p15:guide id="8" orient="horz" pos="504" userDrawn="1">
          <p15:clr>
            <a:srgbClr val="A4A3A4"/>
          </p15:clr>
        </p15:guide>
        <p15:guide id="9" orient="horz" pos="8640" userDrawn="1">
          <p15:clr>
            <a:srgbClr val="A4A3A4"/>
          </p15:clr>
        </p15:guide>
        <p15:guide id="10" orient="horz" pos="46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3" clrIdx="0"/>
  <p:cmAuthor id="2" name="Microsoft Office User" initials="Office [2]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3B1F4D"/>
    <a:srgbClr val="00B8DB"/>
    <a:srgbClr val="EC72A5"/>
    <a:srgbClr val="2D1E42"/>
    <a:srgbClr val="583F52"/>
    <a:srgbClr val="4AEDDE"/>
    <a:srgbClr val="FA5C79"/>
    <a:srgbClr val="F6DC0D"/>
    <a:srgbClr val="FDEA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5" autoAdjust="0"/>
    <p:restoredTop sz="96202" autoAdjust="0"/>
  </p:normalViewPr>
  <p:slideViewPr>
    <p:cSldViewPr snapToGrid="0" snapToObjects="1">
      <p:cViewPr varScale="1">
        <p:scale>
          <a:sx n="52" d="100"/>
          <a:sy n="52" d="100"/>
        </p:scale>
        <p:origin x="138" y="342"/>
      </p:cViewPr>
      <p:guideLst>
        <p:guide orient="horz" pos="8136"/>
        <p:guide pos="14279"/>
        <p:guide pos="1077"/>
        <p:guide pos="7678"/>
        <p:guide orient="horz" pos="504"/>
        <p:guide orient="horz" pos="8640"/>
        <p:guide orient="horz" pos="46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5" d="100"/>
        <a:sy n="105" d="100"/>
      </p:scale>
      <p:origin x="0" y="-7440"/>
    </p:cViewPr>
  </p:sorterViewPr>
  <p:notesViewPr>
    <p:cSldViewPr snapToGrid="0" snapToObjects="1" showGuides="1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66EBA9-CE06-425E-9CBE-ABC61D9A7220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9C02E9C-E78A-4CCA-A0CB-502A40382807}">
      <dgm:prSet phldrT="[Text]" custT="1"/>
      <dgm:spPr/>
      <dgm:t>
        <a:bodyPr/>
        <a:lstStyle/>
        <a:p>
          <a:r>
            <a:rPr lang="en-US" sz="3600" b="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</a:p>
      </dgm:t>
    </dgm:pt>
    <dgm:pt modelId="{1007DEAA-9658-4DB2-884A-E8A853754CAA}" type="parTrans" cxnId="{63CB6B69-78A9-4DA0-9274-1F20B15482F1}">
      <dgm:prSet/>
      <dgm:spPr/>
      <dgm:t>
        <a:bodyPr/>
        <a:lstStyle/>
        <a:p>
          <a:endParaRPr lang="en-US"/>
        </a:p>
      </dgm:t>
    </dgm:pt>
    <dgm:pt modelId="{F783AC01-45BB-4E91-8A04-C0C42B65373E}" type="sibTrans" cxnId="{63CB6B69-78A9-4DA0-9274-1F20B15482F1}">
      <dgm:prSet/>
      <dgm:spPr/>
      <dgm:t>
        <a:bodyPr/>
        <a:lstStyle/>
        <a:p>
          <a:endParaRPr lang="en-US" sz="36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DE5C2E-327C-4D28-A2FC-F1FFF8EAF91C}">
      <dgm:prSet phldrT="[Text]" custT="1"/>
      <dgm:spPr/>
      <dgm:t>
        <a:bodyPr/>
        <a:lstStyle/>
        <a:p>
          <a:r>
            <a:rPr lang="en-US" sz="3600" b="0" dirty="0">
              <a:latin typeface="Arial" panose="020B0604020202020204" pitchFamily="34" charset="0"/>
              <a:cs typeface="Arial" panose="020B0604020202020204" pitchFamily="34" charset="0"/>
            </a:rPr>
            <a:t>Related Work</a:t>
          </a:r>
        </a:p>
      </dgm:t>
    </dgm:pt>
    <dgm:pt modelId="{D58DB712-31E5-43B6-AAE9-426148F1A5BC}" type="parTrans" cxnId="{6D3C4B88-E97C-4AC9-A367-483185D968C4}">
      <dgm:prSet/>
      <dgm:spPr/>
      <dgm:t>
        <a:bodyPr/>
        <a:lstStyle/>
        <a:p>
          <a:endParaRPr lang="en-US"/>
        </a:p>
      </dgm:t>
    </dgm:pt>
    <dgm:pt modelId="{0DBB6FA7-F7CD-47C7-B6B0-B7F7CB18B7F3}" type="sibTrans" cxnId="{6D3C4B88-E97C-4AC9-A367-483185D968C4}">
      <dgm:prSet/>
      <dgm:spPr/>
      <dgm:t>
        <a:bodyPr/>
        <a:lstStyle/>
        <a:p>
          <a:endParaRPr lang="en-US"/>
        </a:p>
      </dgm:t>
    </dgm:pt>
    <dgm:pt modelId="{1D79FDC7-A1C4-4D72-AC15-6B79579B59A5}">
      <dgm:prSet phldrT="[Text]" custT="1"/>
      <dgm:spPr/>
      <dgm:t>
        <a:bodyPr/>
        <a:lstStyle/>
        <a:p>
          <a:r>
            <a:rPr lang="en-US" sz="3600" b="0" dirty="0">
              <a:latin typeface="Arial" panose="020B0604020202020204" pitchFamily="34" charset="0"/>
              <a:cs typeface="Arial" panose="020B0604020202020204" pitchFamily="34" charset="0"/>
            </a:rPr>
            <a:t>Model Design</a:t>
          </a:r>
        </a:p>
      </dgm:t>
    </dgm:pt>
    <dgm:pt modelId="{B58D131D-7040-4D10-AEB9-38DE04292A4F}" type="parTrans" cxnId="{D122485E-996B-49FB-8376-E5E993E9FC40}">
      <dgm:prSet/>
      <dgm:spPr/>
      <dgm:t>
        <a:bodyPr/>
        <a:lstStyle/>
        <a:p>
          <a:endParaRPr lang="en-US"/>
        </a:p>
      </dgm:t>
    </dgm:pt>
    <dgm:pt modelId="{8123789E-8D8E-4325-9E5D-34F59CFB9EB1}" type="sibTrans" cxnId="{D122485E-996B-49FB-8376-E5E993E9FC40}">
      <dgm:prSet/>
      <dgm:spPr/>
      <dgm:t>
        <a:bodyPr/>
        <a:lstStyle/>
        <a:p>
          <a:endParaRPr lang="en-US"/>
        </a:p>
      </dgm:t>
    </dgm:pt>
    <dgm:pt modelId="{8B7D3A6B-CA13-42DF-A0F7-AD3ED4927449}">
      <dgm:prSet phldrT="[Text]" custT="1"/>
      <dgm:spPr/>
      <dgm:t>
        <a:bodyPr/>
        <a:lstStyle/>
        <a:p>
          <a:r>
            <a:rPr lang="en-US" sz="3600" b="0" dirty="0">
              <a:latin typeface="Arial" panose="020B0604020202020204" pitchFamily="34" charset="0"/>
              <a:cs typeface="Arial" panose="020B0604020202020204" pitchFamily="34" charset="0"/>
            </a:rPr>
            <a:t>Evaluation and Analysis</a:t>
          </a:r>
        </a:p>
      </dgm:t>
    </dgm:pt>
    <dgm:pt modelId="{BE03FA29-4C91-4513-AEBE-F815397A0C66}" type="parTrans" cxnId="{7E76A7EA-FFDC-4286-A45B-A61CB222A5FE}">
      <dgm:prSet/>
      <dgm:spPr/>
      <dgm:t>
        <a:bodyPr/>
        <a:lstStyle/>
        <a:p>
          <a:endParaRPr lang="en-US"/>
        </a:p>
      </dgm:t>
    </dgm:pt>
    <dgm:pt modelId="{6CD14DC1-289F-4E8F-98A0-8F96A3885C49}" type="sibTrans" cxnId="{7E76A7EA-FFDC-4286-A45B-A61CB222A5FE}">
      <dgm:prSet/>
      <dgm:spPr/>
      <dgm:t>
        <a:bodyPr/>
        <a:lstStyle/>
        <a:p>
          <a:endParaRPr lang="en-US"/>
        </a:p>
      </dgm:t>
    </dgm:pt>
    <dgm:pt modelId="{AE2DF511-F295-4D92-A796-994E8CA846C5}">
      <dgm:prSet phldrT="[Text]" custT="1"/>
      <dgm:spPr/>
      <dgm:t>
        <a:bodyPr/>
        <a:lstStyle/>
        <a:p>
          <a:r>
            <a:rPr lang="en-US" sz="3600" b="0" dirty="0">
              <a:latin typeface="Arial" panose="020B0604020202020204" pitchFamily="34" charset="0"/>
              <a:cs typeface="Arial" panose="020B0604020202020204" pitchFamily="34" charset="0"/>
            </a:rPr>
            <a:t>Conclusion and Future Work</a:t>
          </a:r>
        </a:p>
      </dgm:t>
    </dgm:pt>
    <dgm:pt modelId="{96708364-2899-4576-95E6-22CE165FBBD0}" type="parTrans" cxnId="{D4C676B4-9BF7-44D4-A89C-BB797EC92549}">
      <dgm:prSet/>
      <dgm:spPr/>
      <dgm:t>
        <a:bodyPr/>
        <a:lstStyle/>
        <a:p>
          <a:endParaRPr lang="en-US"/>
        </a:p>
      </dgm:t>
    </dgm:pt>
    <dgm:pt modelId="{B45F6502-D7D9-4466-B9F9-CA0CF25B68BB}" type="sibTrans" cxnId="{D4C676B4-9BF7-44D4-A89C-BB797EC92549}">
      <dgm:prSet/>
      <dgm:spPr/>
      <dgm:t>
        <a:bodyPr/>
        <a:lstStyle/>
        <a:p>
          <a:endParaRPr lang="en-US"/>
        </a:p>
      </dgm:t>
    </dgm:pt>
    <dgm:pt modelId="{9E0A72C5-FC10-4299-AD78-5E9558C1785A}" type="pres">
      <dgm:prSet presAssocID="{6B66EBA9-CE06-425E-9CBE-ABC61D9A7220}" presName="Name0" presStyleCnt="0">
        <dgm:presLayoutVars>
          <dgm:chMax val="7"/>
          <dgm:chPref val="7"/>
          <dgm:dir/>
        </dgm:presLayoutVars>
      </dgm:prSet>
      <dgm:spPr/>
    </dgm:pt>
    <dgm:pt modelId="{402DA45E-C1A9-4670-8512-C6BCF25B09E5}" type="pres">
      <dgm:prSet presAssocID="{6B66EBA9-CE06-425E-9CBE-ABC61D9A7220}" presName="Name1" presStyleCnt="0"/>
      <dgm:spPr/>
    </dgm:pt>
    <dgm:pt modelId="{D4699B23-E51A-455B-87F7-13B68A1B7276}" type="pres">
      <dgm:prSet presAssocID="{6B66EBA9-CE06-425E-9CBE-ABC61D9A7220}" presName="cycle" presStyleCnt="0"/>
      <dgm:spPr/>
    </dgm:pt>
    <dgm:pt modelId="{F9C01EDF-C3DC-49AF-94B9-199739EEE91A}" type="pres">
      <dgm:prSet presAssocID="{6B66EBA9-CE06-425E-9CBE-ABC61D9A7220}" presName="srcNode" presStyleLbl="node1" presStyleIdx="0" presStyleCnt="5"/>
      <dgm:spPr/>
    </dgm:pt>
    <dgm:pt modelId="{6DA5C818-1585-4B02-9AD8-C9882C6A1143}" type="pres">
      <dgm:prSet presAssocID="{6B66EBA9-CE06-425E-9CBE-ABC61D9A7220}" presName="conn" presStyleLbl="parChTrans1D2" presStyleIdx="0" presStyleCnt="1"/>
      <dgm:spPr/>
    </dgm:pt>
    <dgm:pt modelId="{2B1320C0-E42B-4F00-9519-7667E4521C24}" type="pres">
      <dgm:prSet presAssocID="{6B66EBA9-CE06-425E-9CBE-ABC61D9A7220}" presName="extraNode" presStyleLbl="node1" presStyleIdx="0" presStyleCnt="5"/>
      <dgm:spPr/>
    </dgm:pt>
    <dgm:pt modelId="{3BB6D007-DC50-4D4F-9094-E3539C71115D}" type="pres">
      <dgm:prSet presAssocID="{6B66EBA9-CE06-425E-9CBE-ABC61D9A7220}" presName="dstNode" presStyleLbl="node1" presStyleIdx="0" presStyleCnt="5"/>
      <dgm:spPr/>
    </dgm:pt>
    <dgm:pt modelId="{172E12C5-406A-4C95-B7E4-13EE02968763}" type="pres">
      <dgm:prSet presAssocID="{39C02E9C-E78A-4CCA-A0CB-502A40382807}" presName="text_1" presStyleLbl="node1" presStyleIdx="0" presStyleCnt="5">
        <dgm:presLayoutVars>
          <dgm:bulletEnabled val="1"/>
        </dgm:presLayoutVars>
      </dgm:prSet>
      <dgm:spPr/>
    </dgm:pt>
    <dgm:pt modelId="{2C87D183-16BA-4C8C-843E-AA85101CE8EF}" type="pres">
      <dgm:prSet presAssocID="{39C02E9C-E78A-4CCA-A0CB-502A40382807}" presName="accent_1" presStyleCnt="0"/>
      <dgm:spPr/>
    </dgm:pt>
    <dgm:pt modelId="{DDC5FB11-71A7-4F4A-90D1-1BA5024657FC}" type="pres">
      <dgm:prSet presAssocID="{39C02E9C-E78A-4CCA-A0CB-502A40382807}" presName="accentRepeatNode" presStyleLbl="solidFgAcc1" presStyleIdx="0" presStyleCnt="5"/>
      <dgm:spPr/>
    </dgm:pt>
    <dgm:pt modelId="{E2F903B1-1119-4EDB-95BE-A2F82871CA5B}" type="pres">
      <dgm:prSet presAssocID="{75DE5C2E-327C-4D28-A2FC-F1FFF8EAF91C}" presName="text_2" presStyleLbl="node1" presStyleIdx="1" presStyleCnt="5">
        <dgm:presLayoutVars>
          <dgm:bulletEnabled val="1"/>
        </dgm:presLayoutVars>
      </dgm:prSet>
      <dgm:spPr/>
    </dgm:pt>
    <dgm:pt modelId="{73F37408-2AAB-47A3-BCD4-BB9A5B751165}" type="pres">
      <dgm:prSet presAssocID="{75DE5C2E-327C-4D28-A2FC-F1FFF8EAF91C}" presName="accent_2" presStyleCnt="0"/>
      <dgm:spPr/>
    </dgm:pt>
    <dgm:pt modelId="{FAD49A07-0C0B-43FA-8255-656B9D04F03F}" type="pres">
      <dgm:prSet presAssocID="{75DE5C2E-327C-4D28-A2FC-F1FFF8EAF91C}" presName="accentRepeatNode" presStyleLbl="solidFgAcc1" presStyleIdx="1" presStyleCnt="5"/>
      <dgm:spPr/>
    </dgm:pt>
    <dgm:pt modelId="{578E367E-7004-46A9-8D15-4C4C35994ED0}" type="pres">
      <dgm:prSet presAssocID="{1D79FDC7-A1C4-4D72-AC15-6B79579B59A5}" presName="text_3" presStyleLbl="node1" presStyleIdx="2" presStyleCnt="5">
        <dgm:presLayoutVars>
          <dgm:bulletEnabled val="1"/>
        </dgm:presLayoutVars>
      </dgm:prSet>
      <dgm:spPr/>
    </dgm:pt>
    <dgm:pt modelId="{2D858A24-D7F8-40A5-B83C-7E13E3A04E1E}" type="pres">
      <dgm:prSet presAssocID="{1D79FDC7-A1C4-4D72-AC15-6B79579B59A5}" presName="accent_3" presStyleCnt="0"/>
      <dgm:spPr/>
    </dgm:pt>
    <dgm:pt modelId="{F92D9DB6-1A63-4BC2-A16B-C8B67F1B3501}" type="pres">
      <dgm:prSet presAssocID="{1D79FDC7-A1C4-4D72-AC15-6B79579B59A5}" presName="accentRepeatNode" presStyleLbl="solidFgAcc1" presStyleIdx="2" presStyleCnt="5"/>
      <dgm:spPr/>
    </dgm:pt>
    <dgm:pt modelId="{C6BE757D-A685-4E4E-B5F1-77124257D22A}" type="pres">
      <dgm:prSet presAssocID="{8B7D3A6B-CA13-42DF-A0F7-AD3ED4927449}" presName="text_4" presStyleLbl="node1" presStyleIdx="3" presStyleCnt="5">
        <dgm:presLayoutVars>
          <dgm:bulletEnabled val="1"/>
        </dgm:presLayoutVars>
      </dgm:prSet>
      <dgm:spPr/>
    </dgm:pt>
    <dgm:pt modelId="{8D3EC44A-EDF2-4200-BCAD-255F37857AF6}" type="pres">
      <dgm:prSet presAssocID="{8B7D3A6B-CA13-42DF-A0F7-AD3ED4927449}" presName="accent_4" presStyleCnt="0"/>
      <dgm:spPr/>
    </dgm:pt>
    <dgm:pt modelId="{90FE878E-40D1-47BA-AE9B-54FAAB9BA071}" type="pres">
      <dgm:prSet presAssocID="{8B7D3A6B-CA13-42DF-A0F7-AD3ED4927449}" presName="accentRepeatNode" presStyleLbl="solidFgAcc1" presStyleIdx="3" presStyleCnt="5"/>
      <dgm:spPr/>
    </dgm:pt>
    <dgm:pt modelId="{F1C6CF35-1AD0-4623-A0A9-6E8A9CFC882E}" type="pres">
      <dgm:prSet presAssocID="{AE2DF511-F295-4D92-A796-994E8CA846C5}" presName="text_5" presStyleLbl="node1" presStyleIdx="4" presStyleCnt="5">
        <dgm:presLayoutVars>
          <dgm:bulletEnabled val="1"/>
        </dgm:presLayoutVars>
      </dgm:prSet>
      <dgm:spPr/>
    </dgm:pt>
    <dgm:pt modelId="{5BD25F25-6EC1-4135-80AF-16B3CE70E290}" type="pres">
      <dgm:prSet presAssocID="{AE2DF511-F295-4D92-A796-994E8CA846C5}" presName="accent_5" presStyleCnt="0"/>
      <dgm:spPr/>
    </dgm:pt>
    <dgm:pt modelId="{1BB447DA-CF57-4799-AB82-51A54F796756}" type="pres">
      <dgm:prSet presAssocID="{AE2DF511-F295-4D92-A796-994E8CA846C5}" presName="accentRepeatNode" presStyleLbl="solidFgAcc1" presStyleIdx="4" presStyleCnt="5"/>
      <dgm:spPr/>
    </dgm:pt>
  </dgm:ptLst>
  <dgm:cxnLst>
    <dgm:cxn modelId="{F1DCD13E-B6D4-45EB-8FFA-6299B9D354A9}" type="presOf" srcId="{F783AC01-45BB-4E91-8A04-C0C42B65373E}" destId="{6DA5C818-1585-4B02-9AD8-C9882C6A1143}" srcOrd="0" destOrd="0" presId="urn:microsoft.com/office/officeart/2008/layout/VerticalCurvedList"/>
    <dgm:cxn modelId="{D122485E-996B-49FB-8376-E5E993E9FC40}" srcId="{6B66EBA9-CE06-425E-9CBE-ABC61D9A7220}" destId="{1D79FDC7-A1C4-4D72-AC15-6B79579B59A5}" srcOrd="2" destOrd="0" parTransId="{B58D131D-7040-4D10-AEB9-38DE04292A4F}" sibTransId="{8123789E-8D8E-4325-9E5D-34F59CFB9EB1}"/>
    <dgm:cxn modelId="{D79CC841-EF2B-4D77-B27F-0F7DE6A94854}" type="presOf" srcId="{AE2DF511-F295-4D92-A796-994E8CA846C5}" destId="{F1C6CF35-1AD0-4623-A0A9-6E8A9CFC882E}" srcOrd="0" destOrd="0" presId="urn:microsoft.com/office/officeart/2008/layout/VerticalCurvedList"/>
    <dgm:cxn modelId="{0BCBA767-D2A3-47E5-9AD4-3EA9782E0770}" type="presOf" srcId="{75DE5C2E-327C-4D28-A2FC-F1FFF8EAF91C}" destId="{E2F903B1-1119-4EDB-95BE-A2F82871CA5B}" srcOrd="0" destOrd="0" presId="urn:microsoft.com/office/officeart/2008/layout/VerticalCurvedList"/>
    <dgm:cxn modelId="{63CB6B69-78A9-4DA0-9274-1F20B15482F1}" srcId="{6B66EBA9-CE06-425E-9CBE-ABC61D9A7220}" destId="{39C02E9C-E78A-4CCA-A0CB-502A40382807}" srcOrd="0" destOrd="0" parTransId="{1007DEAA-9658-4DB2-884A-E8A853754CAA}" sibTransId="{F783AC01-45BB-4E91-8A04-C0C42B65373E}"/>
    <dgm:cxn modelId="{0EBE786B-3495-4D83-8AB2-9005C5469EAB}" type="presOf" srcId="{8B7D3A6B-CA13-42DF-A0F7-AD3ED4927449}" destId="{C6BE757D-A685-4E4E-B5F1-77124257D22A}" srcOrd="0" destOrd="0" presId="urn:microsoft.com/office/officeart/2008/layout/VerticalCurvedList"/>
    <dgm:cxn modelId="{60160C86-08E4-47E0-8CBA-F82F89C041E3}" type="presOf" srcId="{39C02E9C-E78A-4CCA-A0CB-502A40382807}" destId="{172E12C5-406A-4C95-B7E4-13EE02968763}" srcOrd="0" destOrd="0" presId="urn:microsoft.com/office/officeart/2008/layout/VerticalCurvedList"/>
    <dgm:cxn modelId="{6D3C4B88-E97C-4AC9-A367-483185D968C4}" srcId="{6B66EBA9-CE06-425E-9CBE-ABC61D9A7220}" destId="{75DE5C2E-327C-4D28-A2FC-F1FFF8EAF91C}" srcOrd="1" destOrd="0" parTransId="{D58DB712-31E5-43B6-AAE9-426148F1A5BC}" sibTransId="{0DBB6FA7-F7CD-47C7-B6B0-B7F7CB18B7F3}"/>
    <dgm:cxn modelId="{819CE3A8-4FF7-4D06-A2BB-00A205F70BAF}" type="presOf" srcId="{1D79FDC7-A1C4-4D72-AC15-6B79579B59A5}" destId="{578E367E-7004-46A9-8D15-4C4C35994ED0}" srcOrd="0" destOrd="0" presId="urn:microsoft.com/office/officeart/2008/layout/VerticalCurvedList"/>
    <dgm:cxn modelId="{D4C676B4-9BF7-44D4-A89C-BB797EC92549}" srcId="{6B66EBA9-CE06-425E-9CBE-ABC61D9A7220}" destId="{AE2DF511-F295-4D92-A796-994E8CA846C5}" srcOrd="4" destOrd="0" parTransId="{96708364-2899-4576-95E6-22CE165FBBD0}" sibTransId="{B45F6502-D7D9-4466-B9F9-CA0CF25B68BB}"/>
    <dgm:cxn modelId="{7E76A7EA-FFDC-4286-A45B-A61CB222A5FE}" srcId="{6B66EBA9-CE06-425E-9CBE-ABC61D9A7220}" destId="{8B7D3A6B-CA13-42DF-A0F7-AD3ED4927449}" srcOrd="3" destOrd="0" parTransId="{BE03FA29-4C91-4513-AEBE-F815397A0C66}" sibTransId="{6CD14DC1-289F-4E8F-98A0-8F96A3885C49}"/>
    <dgm:cxn modelId="{1BC2F2F6-E1F7-4A25-972F-48116D953132}" type="presOf" srcId="{6B66EBA9-CE06-425E-9CBE-ABC61D9A7220}" destId="{9E0A72C5-FC10-4299-AD78-5E9558C1785A}" srcOrd="0" destOrd="0" presId="urn:microsoft.com/office/officeart/2008/layout/VerticalCurvedList"/>
    <dgm:cxn modelId="{F44C7765-FCB2-446F-BF1F-2A8698B07367}" type="presParOf" srcId="{9E0A72C5-FC10-4299-AD78-5E9558C1785A}" destId="{402DA45E-C1A9-4670-8512-C6BCF25B09E5}" srcOrd="0" destOrd="0" presId="urn:microsoft.com/office/officeart/2008/layout/VerticalCurvedList"/>
    <dgm:cxn modelId="{F87D7012-3392-4C46-AD39-429C9E86FCE9}" type="presParOf" srcId="{402DA45E-C1A9-4670-8512-C6BCF25B09E5}" destId="{D4699B23-E51A-455B-87F7-13B68A1B7276}" srcOrd="0" destOrd="0" presId="urn:microsoft.com/office/officeart/2008/layout/VerticalCurvedList"/>
    <dgm:cxn modelId="{3517ECC2-33AB-4052-984B-ACE2D8FD812E}" type="presParOf" srcId="{D4699B23-E51A-455B-87F7-13B68A1B7276}" destId="{F9C01EDF-C3DC-49AF-94B9-199739EEE91A}" srcOrd="0" destOrd="0" presId="urn:microsoft.com/office/officeart/2008/layout/VerticalCurvedList"/>
    <dgm:cxn modelId="{990F2C72-C866-4A30-B645-68B0EE3A4593}" type="presParOf" srcId="{D4699B23-E51A-455B-87F7-13B68A1B7276}" destId="{6DA5C818-1585-4B02-9AD8-C9882C6A1143}" srcOrd="1" destOrd="0" presId="urn:microsoft.com/office/officeart/2008/layout/VerticalCurvedList"/>
    <dgm:cxn modelId="{5C751116-FC0F-4DCF-83B0-FA6ADE360A6B}" type="presParOf" srcId="{D4699B23-E51A-455B-87F7-13B68A1B7276}" destId="{2B1320C0-E42B-4F00-9519-7667E4521C24}" srcOrd="2" destOrd="0" presId="urn:microsoft.com/office/officeart/2008/layout/VerticalCurvedList"/>
    <dgm:cxn modelId="{758E637E-AEC4-4E3D-8CAE-49E07536FE4E}" type="presParOf" srcId="{D4699B23-E51A-455B-87F7-13B68A1B7276}" destId="{3BB6D007-DC50-4D4F-9094-E3539C71115D}" srcOrd="3" destOrd="0" presId="urn:microsoft.com/office/officeart/2008/layout/VerticalCurvedList"/>
    <dgm:cxn modelId="{EE730EF9-0028-47FF-B2D9-84643FB7DB93}" type="presParOf" srcId="{402DA45E-C1A9-4670-8512-C6BCF25B09E5}" destId="{172E12C5-406A-4C95-B7E4-13EE02968763}" srcOrd="1" destOrd="0" presId="urn:microsoft.com/office/officeart/2008/layout/VerticalCurvedList"/>
    <dgm:cxn modelId="{C985CAC0-0137-40C6-AAE9-144729C8620A}" type="presParOf" srcId="{402DA45E-C1A9-4670-8512-C6BCF25B09E5}" destId="{2C87D183-16BA-4C8C-843E-AA85101CE8EF}" srcOrd="2" destOrd="0" presId="urn:microsoft.com/office/officeart/2008/layout/VerticalCurvedList"/>
    <dgm:cxn modelId="{7705F71A-24A5-42E5-AE8E-D400AE5ABB03}" type="presParOf" srcId="{2C87D183-16BA-4C8C-843E-AA85101CE8EF}" destId="{DDC5FB11-71A7-4F4A-90D1-1BA5024657FC}" srcOrd="0" destOrd="0" presId="urn:microsoft.com/office/officeart/2008/layout/VerticalCurvedList"/>
    <dgm:cxn modelId="{8CBC674E-D860-416B-8C9F-3285152701AB}" type="presParOf" srcId="{402DA45E-C1A9-4670-8512-C6BCF25B09E5}" destId="{E2F903B1-1119-4EDB-95BE-A2F82871CA5B}" srcOrd="3" destOrd="0" presId="urn:microsoft.com/office/officeart/2008/layout/VerticalCurvedList"/>
    <dgm:cxn modelId="{16464D54-D284-4BF2-B3CC-898C8AF0BA4A}" type="presParOf" srcId="{402DA45E-C1A9-4670-8512-C6BCF25B09E5}" destId="{73F37408-2AAB-47A3-BCD4-BB9A5B751165}" srcOrd="4" destOrd="0" presId="urn:microsoft.com/office/officeart/2008/layout/VerticalCurvedList"/>
    <dgm:cxn modelId="{61D2B1E8-9241-4296-A3EC-DF8E5B9CD7C3}" type="presParOf" srcId="{73F37408-2AAB-47A3-BCD4-BB9A5B751165}" destId="{FAD49A07-0C0B-43FA-8255-656B9D04F03F}" srcOrd="0" destOrd="0" presId="urn:microsoft.com/office/officeart/2008/layout/VerticalCurvedList"/>
    <dgm:cxn modelId="{A721296F-F106-408D-B775-393ACC488581}" type="presParOf" srcId="{402DA45E-C1A9-4670-8512-C6BCF25B09E5}" destId="{578E367E-7004-46A9-8D15-4C4C35994ED0}" srcOrd="5" destOrd="0" presId="urn:microsoft.com/office/officeart/2008/layout/VerticalCurvedList"/>
    <dgm:cxn modelId="{199FC326-9117-4CB1-AC5A-666B9FB4A37C}" type="presParOf" srcId="{402DA45E-C1A9-4670-8512-C6BCF25B09E5}" destId="{2D858A24-D7F8-40A5-B83C-7E13E3A04E1E}" srcOrd="6" destOrd="0" presId="urn:microsoft.com/office/officeart/2008/layout/VerticalCurvedList"/>
    <dgm:cxn modelId="{C3B332D6-75B0-4E90-B0EF-BF1CB727712E}" type="presParOf" srcId="{2D858A24-D7F8-40A5-B83C-7E13E3A04E1E}" destId="{F92D9DB6-1A63-4BC2-A16B-C8B67F1B3501}" srcOrd="0" destOrd="0" presId="urn:microsoft.com/office/officeart/2008/layout/VerticalCurvedList"/>
    <dgm:cxn modelId="{C5ADE880-A191-417A-8A1F-885769D831C6}" type="presParOf" srcId="{402DA45E-C1A9-4670-8512-C6BCF25B09E5}" destId="{C6BE757D-A685-4E4E-B5F1-77124257D22A}" srcOrd="7" destOrd="0" presId="urn:microsoft.com/office/officeart/2008/layout/VerticalCurvedList"/>
    <dgm:cxn modelId="{793A7C97-C0EC-4317-8D63-C6471AE6B0AD}" type="presParOf" srcId="{402DA45E-C1A9-4670-8512-C6BCF25B09E5}" destId="{8D3EC44A-EDF2-4200-BCAD-255F37857AF6}" srcOrd="8" destOrd="0" presId="urn:microsoft.com/office/officeart/2008/layout/VerticalCurvedList"/>
    <dgm:cxn modelId="{CBB632A7-E528-4FB8-A7EE-F5098DC6A44C}" type="presParOf" srcId="{8D3EC44A-EDF2-4200-BCAD-255F37857AF6}" destId="{90FE878E-40D1-47BA-AE9B-54FAAB9BA071}" srcOrd="0" destOrd="0" presId="urn:microsoft.com/office/officeart/2008/layout/VerticalCurvedList"/>
    <dgm:cxn modelId="{4E61DBA8-8242-4E2F-BDD9-BA2899429254}" type="presParOf" srcId="{402DA45E-C1A9-4670-8512-C6BCF25B09E5}" destId="{F1C6CF35-1AD0-4623-A0A9-6E8A9CFC882E}" srcOrd="9" destOrd="0" presId="urn:microsoft.com/office/officeart/2008/layout/VerticalCurvedList"/>
    <dgm:cxn modelId="{B393D0D6-E93A-4FC0-B44C-FF17A13BCD18}" type="presParOf" srcId="{402DA45E-C1A9-4670-8512-C6BCF25B09E5}" destId="{5BD25F25-6EC1-4135-80AF-16B3CE70E290}" srcOrd="10" destOrd="0" presId="urn:microsoft.com/office/officeart/2008/layout/VerticalCurvedList"/>
    <dgm:cxn modelId="{A57DB0C7-4DCC-43B4-9445-ACBD4F9580A0}" type="presParOf" srcId="{5BD25F25-6EC1-4135-80AF-16B3CE70E290}" destId="{1BB447DA-CF57-4799-AB82-51A54F79675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A5C818-1585-4B02-9AD8-C9882C6A1143}">
      <dsp:nvSpPr>
        <dsp:cNvPr id="0" name=""/>
        <dsp:cNvSpPr/>
      </dsp:nvSpPr>
      <dsp:spPr>
        <a:xfrm>
          <a:off x="-8758091" y="-1337409"/>
          <a:ext cx="10419057" cy="10419057"/>
        </a:xfrm>
        <a:prstGeom prst="blockArc">
          <a:avLst>
            <a:gd name="adj1" fmla="val 18900000"/>
            <a:gd name="adj2" fmla="val 2700000"/>
            <a:gd name="adj3" fmla="val 207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2E12C5-406A-4C95-B7E4-13EE02968763}">
      <dsp:nvSpPr>
        <dsp:cNvPr id="0" name=""/>
        <dsp:cNvSpPr/>
      </dsp:nvSpPr>
      <dsp:spPr>
        <a:xfrm>
          <a:off x="724614" y="483860"/>
          <a:ext cx="16278505" cy="9683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862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>
              <a:latin typeface="Arial" panose="020B0604020202020204" pitchFamily="34" charset="0"/>
              <a:cs typeface="Arial" panose="020B0604020202020204" pitchFamily="34" charset="0"/>
            </a:rPr>
            <a:t>Introduction</a:t>
          </a:r>
        </a:p>
      </dsp:txBody>
      <dsp:txXfrm>
        <a:off x="724614" y="483860"/>
        <a:ext cx="16278505" cy="968339"/>
      </dsp:txXfrm>
    </dsp:sp>
    <dsp:sp modelId="{DDC5FB11-71A7-4F4A-90D1-1BA5024657FC}">
      <dsp:nvSpPr>
        <dsp:cNvPr id="0" name=""/>
        <dsp:cNvSpPr/>
      </dsp:nvSpPr>
      <dsp:spPr>
        <a:xfrm>
          <a:off x="119402" y="362817"/>
          <a:ext cx="1210424" cy="121042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E2F903B1-1119-4EDB-95BE-A2F82871CA5B}">
      <dsp:nvSpPr>
        <dsp:cNvPr id="0" name=""/>
        <dsp:cNvSpPr/>
      </dsp:nvSpPr>
      <dsp:spPr>
        <a:xfrm>
          <a:off x="1418498" y="1935904"/>
          <a:ext cx="15584621" cy="9683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862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>
              <a:latin typeface="Arial" panose="020B0604020202020204" pitchFamily="34" charset="0"/>
              <a:cs typeface="Arial" panose="020B0604020202020204" pitchFamily="34" charset="0"/>
            </a:rPr>
            <a:t>Related Work</a:t>
          </a:r>
        </a:p>
      </dsp:txBody>
      <dsp:txXfrm>
        <a:off x="1418498" y="1935904"/>
        <a:ext cx="15584621" cy="968339"/>
      </dsp:txXfrm>
    </dsp:sp>
    <dsp:sp modelId="{FAD49A07-0C0B-43FA-8255-656B9D04F03F}">
      <dsp:nvSpPr>
        <dsp:cNvPr id="0" name=""/>
        <dsp:cNvSpPr/>
      </dsp:nvSpPr>
      <dsp:spPr>
        <a:xfrm>
          <a:off x="813286" y="1814862"/>
          <a:ext cx="1210424" cy="121042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578E367E-7004-46A9-8D15-4C4C35994ED0}">
      <dsp:nvSpPr>
        <dsp:cNvPr id="0" name=""/>
        <dsp:cNvSpPr/>
      </dsp:nvSpPr>
      <dsp:spPr>
        <a:xfrm>
          <a:off x="1631465" y="3387949"/>
          <a:ext cx="15371654" cy="9683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862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>
              <a:latin typeface="Arial" panose="020B0604020202020204" pitchFamily="34" charset="0"/>
              <a:cs typeface="Arial" panose="020B0604020202020204" pitchFamily="34" charset="0"/>
            </a:rPr>
            <a:t>Model Design</a:t>
          </a:r>
        </a:p>
      </dsp:txBody>
      <dsp:txXfrm>
        <a:off x="1631465" y="3387949"/>
        <a:ext cx="15371654" cy="968339"/>
      </dsp:txXfrm>
    </dsp:sp>
    <dsp:sp modelId="{F92D9DB6-1A63-4BC2-A16B-C8B67F1B3501}">
      <dsp:nvSpPr>
        <dsp:cNvPr id="0" name=""/>
        <dsp:cNvSpPr/>
      </dsp:nvSpPr>
      <dsp:spPr>
        <a:xfrm>
          <a:off x="1026252" y="3266907"/>
          <a:ext cx="1210424" cy="121042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6BE757D-A685-4E4E-B5F1-77124257D22A}">
      <dsp:nvSpPr>
        <dsp:cNvPr id="0" name=""/>
        <dsp:cNvSpPr/>
      </dsp:nvSpPr>
      <dsp:spPr>
        <a:xfrm>
          <a:off x="1418498" y="4839994"/>
          <a:ext cx="15584621" cy="9683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862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>
              <a:latin typeface="Arial" panose="020B0604020202020204" pitchFamily="34" charset="0"/>
              <a:cs typeface="Arial" panose="020B0604020202020204" pitchFamily="34" charset="0"/>
            </a:rPr>
            <a:t>Evaluation and Analysis</a:t>
          </a:r>
        </a:p>
      </dsp:txBody>
      <dsp:txXfrm>
        <a:off x="1418498" y="4839994"/>
        <a:ext cx="15584621" cy="968339"/>
      </dsp:txXfrm>
    </dsp:sp>
    <dsp:sp modelId="{90FE878E-40D1-47BA-AE9B-54FAAB9BA071}">
      <dsp:nvSpPr>
        <dsp:cNvPr id="0" name=""/>
        <dsp:cNvSpPr/>
      </dsp:nvSpPr>
      <dsp:spPr>
        <a:xfrm>
          <a:off x="813286" y="4718952"/>
          <a:ext cx="1210424" cy="121042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F1C6CF35-1AD0-4623-A0A9-6E8A9CFC882E}">
      <dsp:nvSpPr>
        <dsp:cNvPr id="0" name=""/>
        <dsp:cNvSpPr/>
      </dsp:nvSpPr>
      <dsp:spPr>
        <a:xfrm>
          <a:off x="724614" y="6292039"/>
          <a:ext cx="16278505" cy="968339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8620" tIns="91440" rIns="91440" bIns="9144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0" kern="1200" dirty="0">
              <a:latin typeface="Arial" panose="020B0604020202020204" pitchFamily="34" charset="0"/>
              <a:cs typeface="Arial" panose="020B0604020202020204" pitchFamily="34" charset="0"/>
            </a:rPr>
            <a:t>Conclusion and Future Work</a:t>
          </a:r>
        </a:p>
      </dsp:txBody>
      <dsp:txXfrm>
        <a:off x="724614" y="6292039"/>
        <a:ext cx="16278505" cy="968339"/>
      </dsp:txXfrm>
    </dsp:sp>
    <dsp:sp modelId="{1BB447DA-CF57-4799-AB82-51A54F796756}">
      <dsp:nvSpPr>
        <dsp:cNvPr id="0" name=""/>
        <dsp:cNvSpPr/>
      </dsp:nvSpPr>
      <dsp:spPr>
        <a:xfrm>
          <a:off x="119402" y="6170996"/>
          <a:ext cx="1210424" cy="1210424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C16215-7DE9-4EA3-8D32-F92FE57850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2B2BEF-EF8E-466C-8B84-3681DC35DE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C3BFA-375B-4848-83B6-B5770518B1E3}" type="datetimeFigureOut">
              <a:rPr lang="en-US" smtClean="0"/>
              <a:t>8/27/2020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25ADD7-AED1-462E-84E9-AB89A60C54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CA43F1-989A-4CE0-86D9-67E595DC23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79AF0C-3B95-4DE7-98FD-E2BBD9E62A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9321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Nunito Light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Nunito Light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8/27/2020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Nunito Light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Nunito Light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043" rtl="0" eaLnBrk="1" latinLnBrk="0" hangingPunct="1">
      <a:defRPr sz="2400" b="0" i="0" kern="1200">
        <a:solidFill>
          <a:schemeClr val="tx1"/>
        </a:solidFill>
        <a:latin typeface="Nunito Light" charset="0"/>
        <a:ea typeface="+mn-ea"/>
        <a:cs typeface="+mn-cs"/>
      </a:defRPr>
    </a:lvl1pPr>
    <a:lvl2pPr marL="914043" algn="l" defTabSz="914043" rtl="0" eaLnBrk="1" latinLnBrk="0" hangingPunct="1">
      <a:defRPr sz="2400" b="0" i="0" kern="1200">
        <a:solidFill>
          <a:schemeClr val="tx1"/>
        </a:solidFill>
        <a:latin typeface="Nunito Light" charset="0"/>
        <a:ea typeface="+mn-ea"/>
        <a:cs typeface="+mn-cs"/>
      </a:defRPr>
    </a:lvl2pPr>
    <a:lvl3pPr marL="1828086" algn="l" defTabSz="914043" rtl="0" eaLnBrk="1" latinLnBrk="0" hangingPunct="1">
      <a:defRPr sz="2400" b="0" i="0" kern="1200">
        <a:solidFill>
          <a:schemeClr val="tx1"/>
        </a:solidFill>
        <a:latin typeface="Nunito Light" charset="0"/>
        <a:ea typeface="+mn-ea"/>
        <a:cs typeface="+mn-cs"/>
      </a:defRPr>
    </a:lvl3pPr>
    <a:lvl4pPr marL="2742129" algn="l" defTabSz="914043" rtl="0" eaLnBrk="1" latinLnBrk="0" hangingPunct="1">
      <a:defRPr sz="2400" b="0" i="0" kern="1200">
        <a:solidFill>
          <a:schemeClr val="tx1"/>
        </a:solidFill>
        <a:latin typeface="Nunito Light" charset="0"/>
        <a:ea typeface="+mn-ea"/>
        <a:cs typeface="+mn-cs"/>
      </a:defRPr>
    </a:lvl4pPr>
    <a:lvl5pPr marL="3656174" algn="l" defTabSz="914043" rtl="0" eaLnBrk="1" latinLnBrk="0" hangingPunct="1">
      <a:defRPr sz="2400" b="0" i="0" kern="1200">
        <a:solidFill>
          <a:schemeClr val="tx1"/>
        </a:solidFill>
        <a:latin typeface="Nunito Light" charset="0"/>
        <a:ea typeface="+mn-ea"/>
        <a:cs typeface="+mn-cs"/>
      </a:defRPr>
    </a:lvl5pPr>
    <a:lvl6pPr marL="4570217" algn="l" defTabSz="9140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4260" algn="l" defTabSz="9140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8303" algn="l" defTabSz="9140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2348" algn="l" defTabSz="9140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-16989425" y="-11796713"/>
            <a:ext cx="22153563" cy="12465051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24578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57825" cy="4086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14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6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210" y="2244726"/>
            <a:ext cx="18283238" cy="4775200"/>
          </a:xfrm>
        </p:spPr>
        <p:txBody>
          <a:bodyPr anchor="b"/>
          <a:lstStyle>
            <a:lvl1pPr algn="ctr">
              <a:defRPr sz="119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210" y="7204076"/>
            <a:ext cx="18283238" cy="3311524"/>
          </a:xfrm>
        </p:spPr>
        <p:txBody>
          <a:bodyPr/>
          <a:lstStyle>
            <a:lvl1pPr marL="0" indent="0" algn="ctr">
              <a:buNone/>
              <a:defRPr sz="4799"/>
            </a:lvl1pPr>
            <a:lvl2pPr marL="914187" indent="0" algn="ctr">
              <a:buNone/>
              <a:defRPr sz="3999"/>
            </a:lvl2pPr>
            <a:lvl3pPr marL="1828372" indent="0" algn="ctr">
              <a:buNone/>
              <a:defRPr sz="3599"/>
            </a:lvl3pPr>
            <a:lvl4pPr marL="2742560" indent="0" algn="ctr">
              <a:buNone/>
              <a:defRPr sz="3199"/>
            </a:lvl4pPr>
            <a:lvl5pPr marL="3656747" indent="0" algn="ctr">
              <a:buNone/>
              <a:defRPr sz="3199"/>
            </a:lvl5pPr>
            <a:lvl6pPr marL="4570931" indent="0" algn="ctr">
              <a:buNone/>
              <a:defRPr sz="3199"/>
            </a:lvl6pPr>
            <a:lvl7pPr marL="5485119" indent="0" algn="ctr">
              <a:buNone/>
              <a:defRPr sz="3199"/>
            </a:lvl7pPr>
            <a:lvl8pPr marL="6399306" indent="0" algn="ctr">
              <a:buNone/>
              <a:defRPr sz="3199"/>
            </a:lvl8pPr>
            <a:lvl9pPr marL="7313490" indent="0" algn="ctr">
              <a:buNone/>
              <a:defRPr sz="31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42ED3-A111-4463-97C6-ECAF5C7C5DC8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302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D0D2-676E-46BE-86E6-D08AE5128326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91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272" y="3419479"/>
            <a:ext cx="21025723" cy="5705474"/>
          </a:xfrm>
        </p:spPr>
        <p:txBody>
          <a:bodyPr anchor="b"/>
          <a:lstStyle>
            <a:lvl1pPr>
              <a:defRPr sz="1199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272" y="9178929"/>
            <a:ext cx="21025723" cy="3000374"/>
          </a:xfrm>
        </p:spPr>
        <p:txBody>
          <a:bodyPr/>
          <a:lstStyle>
            <a:lvl1pPr marL="0" indent="0">
              <a:buNone/>
              <a:defRPr sz="4799">
                <a:solidFill>
                  <a:schemeClr val="tx1">
                    <a:tint val="75000"/>
                  </a:schemeClr>
                </a:solidFill>
              </a:defRPr>
            </a:lvl1pPr>
            <a:lvl2pPr marL="914187" indent="0">
              <a:buNone/>
              <a:defRPr sz="3999">
                <a:solidFill>
                  <a:schemeClr val="tx1">
                    <a:tint val="75000"/>
                  </a:schemeClr>
                </a:solidFill>
              </a:defRPr>
            </a:lvl2pPr>
            <a:lvl3pPr marL="1828372" indent="0">
              <a:buNone/>
              <a:defRPr sz="3599">
                <a:solidFill>
                  <a:schemeClr val="tx1">
                    <a:tint val="75000"/>
                  </a:schemeClr>
                </a:solidFill>
              </a:defRPr>
            </a:lvl3pPr>
            <a:lvl4pPr marL="2742560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4pPr>
            <a:lvl5pPr marL="3656747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5pPr>
            <a:lvl6pPr marL="4570931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6pPr>
            <a:lvl7pPr marL="5485119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7pPr>
            <a:lvl8pPr marL="6399306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8pPr>
            <a:lvl9pPr marL="7313490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9F075-7AC2-4F06-8063-408018B4BA07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84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5967" y="3651250"/>
            <a:ext cx="10360501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1185" y="3651250"/>
            <a:ext cx="10360501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2FA90-70A2-4EFC-ACA5-CC4649CADFBD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465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42" y="730253"/>
            <a:ext cx="21025723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140" y="3362326"/>
            <a:ext cx="10312887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187" indent="0">
              <a:buNone/>
              <a:defRPr sz="3999" b="1"/>
            </a:lvl2pPr>
            <a:lvl3pPr marL="1828372" indent="0">
              <a:buNone/>
              <a:defRPr sz="3599" b="1"/>
            </a:lvl3pPr>
            <a:lvl4pPr marL="2742560" indent="0">
              <a:buNone/>
              <a:defRPr sz="3199" b="1"/>
            </a:lvl4pPr>
            <a:lvl5pPr marL="3656747" indent="0">
              <a:buNone/>
              <a:defRPr sz="3199" b="1"/>
            </a:lvl5pPr>
            <a:lvl6pPr marL="4570931" indent="0">
              <a:buNone/>
              <a:defRPr sz="3199" b="1"/>
            </a:lvl6pPr>
            <a:lvl7pPr marL="5485119" indent="0">
              <a:buNone/>
              <a:defRPr sz="3199" b="1"/>
            </a:lvl7pPr>
            <a:lvl8pPr marL="6399306" indent="0">
              <a:buNone/>
              <a:defRPr sz="3199" b="1"/>
            </a:lvl8pPr>
            <a:lvl9pPr marL="7313490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140" y="5010150"/>
            <a:ext cx="103128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1187" y="3362326"/>
            <a:ext cx="10363676" cy="1647824"/>
          </a:xfrm>
        </p:spPr>
        <p:txBody>
          <a:bodyPr anchor="b"/>
          <a:lstStyle>
            <a:lvl1pPr marL="0" indent="0">
              <a:buNone/>
              <a:defRPr sz="4799" b="1"/>
            </a:lvl1pPr>
            <a:lvl2pPr marL="914187" indent="0">
              <a:buNone/>
              <a:defRPr sz="3999" b="1"/>
            </a:lvl2pPr>
            <a:lvl3pPr marL="1828372" indent="0">
              <a:buNone/>
              <a:defRPr sz="3599" b="1"/>
            </a:lvl3pPr>
            <a:lvl4pPr marL="2742560" indent="0">
              <a:buNone/>
              <a:defRPr sz="3199" b="1"/>
            </a:lvl4pPr>
            <a:lvl5pPr marL="3656747" indent="0">
              <a:buNone/>
              <a:defRPr sz="3199" b="1"/>
            </a:lvl5pPr>
            <a:lvl6pPr marL="4570931" indent="0">
              <a:buNone/>
              <a:defRPr sz="3199" b="1"/>
            </a:lvl6pPr>
            <a:lvl7pPr marL="5485119" indent="0">
              <a:buNone/>
              <a:defRPr sz="3199" b="1"/>
            </a:lvl7pPr>
            <a:lvl8pPr marL="6399306" indent="0">
              <a:buNone/>
              <a:defRPr sz="3199" b="1"/>
            </a:lvl8pPr>
            <a:lvl9pPr marL="7313490" indent="0">
              <a:buNone/>
              <a:defRPr sz="31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1187" y="5010150"/>
            <a:ext cx="103636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C31A-D78C-42A0-80A0-6721BB6E050C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9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D1750-7C2B-4257-9D84-3B837AAE4BD2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97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74E47-A156-4A9E-97EB-4CA74D363C4D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30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39" y="914400"/>
            <a:ext cx="7862427" cy="3200400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680" y="1974853"/>
            <a:ext cx="12341185" cy="9747250"/>
          </a:xfrm>
        </p:spPr>
        <p:txBody>
          <a:bodyPr/>
          <a:lstStyle>
            <a:lvl1pPr>
              <a:defRPr sz="6398"/>
            </a:lvl1pPr>
            <a:lvl2pPr>
              <a:defRPr sz="5599"/>
            </a:lvl2pPr>
            <a:lvl3pPr>
              <a:defRPr sz="4799"/>
            </a:lvl3pPr>
            <a:lvl4pPr>
              <a:defRPr sz="3999"/>
            </a:lvl4pPr>
            <a:lvl5pPr>
              <a:defRPr sz="3999"/>
            </a:lvl5pPr>
            <a:lvl6pPr>
              <a:defRPr sz="3999"/>
            </a:lvl6pPr>
            <a:lvl7pPr>
              <a:defRPr sz="3999"/>
            </a:lvl7pPr>
            <a:lvl8pPr>
              <a:defRPr sz="3999"/>
            </a:lvl8pPr>
            <a:lvl9pPr>
              <a:defRPr sz="39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139" y="4114800"/>
            <a:ext cx="7862427" cy="7623176"/>
          </a:xfrm>
        </p:spPr>
        <p:txBody>
          <a:bodyPr/>
          <a:lstStyle>
            <a:lvl1pPr marL="0" indent="0">
              <a:buNone/>
              <a:defRPr sz="3199"/>
            </a:lvl1pPr>
            <a:lvl2pPr marL="914187" indent="0">
              <a:buNone/>
              <a:defRPr sz="2799"/>
            </a:lvl2pPr>
            <a:lvl3pPr marL="1828372" indent="0">
              <a:buNone/>
              <a:defRPr sz="2399"/>
            </a:lvl3pPr>
            <a:lvl4pPr marL="2742560" indent="0">
              <a:buNone/>
              <a:defRPr sz="2000"/>
            </a:lvl4pPr>
            <a:lvl5pPr marL="3656747" indent="0">
              <a:buNone/>
              <a:defRPr sz="2000"/>
            </a:lvl5pPr>
            <a:lvl6pPr marL="4570931" indent="0">
              <a:buNone/>
              <a:defRPr sz="2000"/>
            </a:lvl6pPr>
            <a:lvl7pPr marL="5485119" indent="0">
              <a:buNone/>
              <a:defRPr sz="2000"/>
            </a:lvl7pPr>
            <a:lvl8pPr marL="6399306" indent="0">
              <a:buNone/>
              <a:defRPr sz="2000"/>
            </a:lvl8pPr>
            <a:lvl9pPr marL="731349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45EAE-8002-4754-8574-523E9E3EF1B6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575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139" y="914400"/>
            <a:ext cx="7862427" cy="3200400"/>
          </a:xfrm>
        </p:spPr>
        <p:txBody>
          <a:bodyPr anchor="b"/>
          <a:lstStyle>
            <a:lvl1pPr>
              <a:defRPr sz="6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63680" y="1974853"/>
            <a:ext cx="12341185" cy="9747250"/>
          </a:xfrm>
        </p:spPr>
        <p:txBody>
          <a:bodyPr anchor="t"/>
          <a:lstStyle>
            <a:lvl1pPr marL="0" indent="0">
              <a:buNone/>
              <a:defRPr sz="6398"/>
            </a:lvl1pPr>
            <a:lvl2pPr marL="914187" indent="0">
              <a:buNone/>
              <a:defRPr sz="5599"/>
            </a:lvl2pPr>
            <a:lvl3pPr marL="1828372" indent="0">
              <a:buNone/>
              <a:defRPr sz="4799"/>
            </a:lvl3pPr>
            <a:lvl4pPr marL="2742560" indent="0">
              <a:buNone/>
              <a:defRPr sz="3999"/>
            </a:lvl4pPr>
            <a:lvl5pPr marL="3656747" indent="0">
              <a:buNone/>
              <a:defRPr sz="3999"/>
            </a:lvl5pPr>
            <a:lvl6pPr marL="4570931" indent="0">
              <a:buNone/>
              <a:defRPr sz="3999"/>
            </a:lvl6pPr>
            <a:lvl7pPr marL="5485119" indent="0">
              <a:buNone/>
              <a:defRPr sz="3999"/>
            </a:lvl7pPr>
            <a:lvl8pPr marL="6399306" indent="0">
              <a:buNone/>
              <a:defRPr sz="3999"/>
            </a:lvl8pPr>
            <a:lvl9pPr marL="7313490" indent="0">
              <a:buNone/>
              <a:defRPr sz="3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139" y="4114800"/>
            <a:ext cx="7862427" cy="7623176"/>
          </a:xfrm>
        </p:spPr>
        <p:txBody>
          <a:bodyPr/>
          <a:lstStyle>
            <a:lvl1pPr marL="0" indent="0">
              <a:buNone/>
              <a:defRPr sz="3199"/>
            </a:lvl1pPr>
            <a:lvl2pPr marL="914187" indent="0">
              <a:buNone/>
              <a:defRPr sz="2799"/>
            </a:lvl2pPr>
            <a:lvl3pPr marL="1828372" indent="0">
              <a:buNone/>
              <a:defRPr sz="2399"/>
            </a:lvl3pPr>
            <a:lvl4pPr marL="2742560" indent="0">
              <a:buNone/>
              <a:defRPr sz="2000"/>
            </a:lvl4pPr>
            <a:lvl5pPr marL="3656747" indent="0">
              <a:buNone/>
              <a:defRPr sz="2000"/>
            </a:lvl5pPr>
            <a:lvl6pPr marL="4570931" indent="0">
              <a:buNone/>
              <a:defRPr sz="2000"/>
            </a:lvl6pPr>
            <a:lvl7pPr marL="5485119" indent="0">
              <a:buNone/>
              <a:defRPr sz="2000"/>
            </a:lvl7pPr>
            <a:lvl8pPr marL="6399306" indent="0">
              <a:buNone/>
              <a:defRPr sz="2000"/>
            </a:lvl8pPr>
            <a:lvl9pPr marL="731349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2AFEF-D83A-496F-BE48-63EF75C24561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43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8826C-4BD1-43B5-8286-3814B5EECBC1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3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5261" y="730250"/>
            <a:ext cx="5256431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5965" y="730250"/>
            <a:ext cx="15464572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D8EAF-E02C-45DC-98A0-B216A93396CD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89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WER_USER_LAYOUT_DIVIDER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4377650" cy="13716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399" b="0" i="0">
                <a:ln>
                  <a:noFill/>
                </a:ln>
                <a:solidFill>
                  <a:schemeClr val="tx2"/>
                </a:solidFill>
                <a:latin typeface="Nunito Light" charset="0"/>
                <a:ea typeface="Nunito Light" charset="0"/>
                <a:cs typeface="Nuni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73657"/>
      </p:ext>
    </p:extLst>
  </p:cSld>
  <p:clrMapOvr>
    <a:masterClrMapping/>
  </p:clrMapOvr>
  <p:transition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WER_USER_LAYOUT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rot="10800000">
            <a:off x="-23443" y="10974737"/>
            <a:ext cx="24535153" cy="4304370"/>
            <a:chOff x="0" y="-156114"/>
            <a:chExt cx="24535152" cy="4304369"/>
          </a:xfrm>
        </p:grpSpPr>
        <p:sp>
          <p:nvSpPr>
            <p:cNvPr id="3" name="Freeform 2"/>
            <p:cNvSpPr>
              <a:spLocks noChangeArrowheads="1"/>
            </p:cNvSpPr>
            <p:nvPr/>
          </p:nvSpPr>
          <p:spPr bwMode="auto">
            <a:xfrm>
              <a:off x="23378291" y="2431564"/>
              <a:ext cx="1134322" cy="1716691"/>
            </a:xfrm>
            <a:custGeom>
              <a:avLst/>
              <a:gdLst>
                <a:gd name="T0" fmla="*/ 0 w 1152"/>
                <a:gd name="T1" fmla="*/ 1739 h 1740"/>
                <a:gd name="T2" fmla="*/ 1151 w 1152"/>
                <a:gd name="T3" fmla="*/ 918 h 1740"/>
                <a:gd name="T4" fmla="*/ 1151 w 1152"/>
                <a:gd name="T5" fmla="*/ 0 h 1740"/>
                <a:gd name="T6" fmla="*/ 0 w 1152"/>
                <a:gd name="T7" fmla="*/ 1739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1740">
                  <a:moveTo>
                    <a:pt x="0" y="1739"/>
                  </a:moveTo>
                  <a:lnTo>
                    <a:pt x="1151" y="918"/>
                  </a:lnTo>
                  <a:lnTo>
                    <a:pt x="1151" y="0"/>
                  </a:lnTo>
                  <a:lnTo>
                    <a:pt x="0" y="1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4" name="Freeform 3"/>
            <p:cNvSpPr>
              <a:spLocks noChangeArrowheads="1"/>
            </p:cNvSpPr>
            <p:nvPr/>
          </p:nvSpPr>
          <p:spPr bwMode="auto">
            <a:xfrm>
              <a:off x="23079221" y="-88970"/>
              <a:ext cx="1455931" cy="4233061"/>
            </a:xfrm>
            <a:custGeom>
              <a:avLst/>
              <a:gdLst>
                <a:gd name="T0" fmla="*/ 0 w 1479"/>
                <a:gd name="T1" fmla="*/ 0 h 4296"/>
                <a:gd name="T2" fmla="*/ 327 w 1479"/>
                <a:gd name="T3" fmla="*/ 4295 h 4296"/>
                <a:gd name="T4" fmla="*/ 1478 w 1479"/>
                <a:gd name="T5" fmla="*/ 2556 h 4296"/>
                <a:gd name="T6" fmla="*/ 1478 w 1479"/>
                <a:gd name="T7" fmla="*/ 0 h 4296"/>
                <a:gd name="T8" fmla="*/ 0 w 147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9" h="4296">
                  <a:moveTo>
                    <a:pt x="0" y="0"/>
                  </a:moveTo>
                  <a:lnTo>
                    <a:pt x="327" y="4295"/>
                  </a:lnTo>
                  <a:lnTo>
                    <a:pt x="1478" y="2556"/>
                  </a:lnTo>
                  <a:lnTo>
                    <a:pt x="147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5" name="Freeform 4"/>
            <p:cNvSpPr>
              <a:spLocks noChangeArrowheads="1"/>
            </p:cNvSpPr>
            <p:nvPr/>
          </p:nvSpPr>
          <p:spPr bwMode="auto">
            <a:xfrm>
              <a:off x="20776620" y="-88970"/>
              <a:ext cx="2646748" cy="4233061"/>
            </a:xfrm>
            <a:custGeom>
              <a:avLst/>
              <a:gdLst>
                <a:gd name="T0" fmla="*/ 0 w 2687"/>
                <a:gd name="T1" fmla="*/ 0 h 4296"/>
                <a:gd name="T2" fmla="*/ 2686 w 2687"/>
                <a:gd name="T3" fmla="*/ 4295 h 4296"/>
                <a:gd name="T4" fmla="*/ 2359 w 2687"/>
                <a:gd name="T5" fmla="*/ 0 h 4296"/>
                <a:gd name="T6" fmla="*/ 0 w 2687"/>
                <a:gd name="T7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7" h="4296">
                  <a:moveTo>
                    <a:pt x="0" y="0"/>
                  </a:moveTo>
                  <a:lnTo>
                    <a:pt x="2686" y="4295"/>
                  </a:lnTo>
                  <a:lnTo>
                    <a:pt x="235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6" name="Freeform 5"/>
            <p:cNvSpPr>
              <a:spLocks noChangeArrowheads="1"/>
            </p:cNvSpPr>
            <p:nvPr/>
          </p:nvSpPr>
          <p:spPr bwMode="auto">
            <a:xfrm>
              <a:off x="20420243" y="-88970"/>
              <a:ext cx="3003125" cy="4233061"/>
            </a:xfrm>
            <a:custGeom>
              <a:avLst/>
              <a:gdLst>
                <a:gd name="T0" fmla="*/ 0 w 3049"/>
                <a:gd name="T1" fmla="*/ 0 h 4296"/>
                <a:gd name="T2" fmla="*/ 43 w 3049"/>
                <a:gd name="T3" fmla="*/ 3187 h 4296"/>
                <a:gd name="T4" fmla="*/ 3048 w 3049"/>
                <a:gd name="T5" fmla="*/ 4295 h 4296"/>
                <a:gd name="T6" fmla="*/ 362 w 3049"/>
                <a:gd name="T7" fmla="*/ 0 h 4296"/>
                <a:gd name="T8" fmla="*/ 0 w 304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9" h="4296">
                  <a:moveTo>
                    <a:pt x="0" y="0"/>
                  </a:moveTo>
                  <a:lnTo>
                    <a:pt x="43" y="3187"/>
                  </a:lnTo>
                  <a:lnTo>
                    <a:pt x="3048" y="4295"/>
                  </a:lnTo>
                  <a:lnTo>
                    <a:pt x="362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7" name="Freeform 6"/>
            <p:cNvSpPr>
              <a:spLocks noChangeArrowheads="1"/>
            </p:cNvSpPr>
            <p:nvPr/>
          </p:nvSpPr>
          <p:spPr bwMode="auto">
            <a:xfrm>
              <a:off x="17677877" y="-88971"/>
              <a:ext cx="2785824" cy="3142198"/>
            </a:xfrm>
            <a:custGeom>
              <a:avLst/>
              <a:gdLst>
                <a:gd name="T0" fmla="*/ 2126 w 2826"/>
                <a:gd name="T1" fmla="*/ 0 h 3188"/>
                <a:gd name="T2" fmla="*/ 0 w 2826"/>
                <a:gd name="T3" fmla="*/ 1954 h 3188"/>
                <a:gd name="T4" fmla="*/ 2825 w 2826"/>
                <a:gd name="T5" fmla="*/ 3187 h 3188"/>
                <a:gd name="T6" fmla="*/ 2782 w 2826"/>
                <a:gd name="T7" fmla="*/ 0 h 3188"/>
                <a:gd name="T8" fmla="*/ 2126 w 2826"/>
                <a:gd name="T9" fmla="*/ 0 h 3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6" h="3188">
                  <a:moveTo>
                    <a:pt x="2126" y="0"/>
                  </a:moveTo>
                  <a:lnTo>
                    <a:pt x="0" y="1954"/>
                  </a:lnTo>
                  <a:lnTo>
                    <a:pt x="2825" y="3187"/>
                  </a:lnTo>
                  <a:lnTo>
                    <a:pt x="2782" y="0"/>
                  </a:lnTo>
                  <a:lnTo>
                    <a:pt x="212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8" name="Freeform 7"/>
            <p:cNvSpPr>
              <a:spLocks noChangeArrowheads="1"/>
            </p:cNvSpPr>
            <p:nvPr/>
          </p:nvSpPr>
          <p:spPr bwMode="auto">
            <a:xfrm>
              <a:off x="17608342" y="-88971"/>
              <a:ext cx="2168684" cy="1925303"/>
            </a:xfrm>
            <a:custGeom>
              <a:avLst/>
              <a:gdLst>
                <a:gd name="T0" fmla="*/ 0 w 2199"/>
                <a:gd name="T1" fmla="*/ 0 h 1955"/>
                <a:gd name="T2" fmla="*/ 72 w 2199"/>
                <a:gd name="T3" fmla="*/ 1954 h 1955"/>
                <a:gd name="T4" fmla="*/ 2198 w 2199"/>
                <a:gd name="T5" fmla="*/ 0 h 1955"/>
                <a:gd name="T6" fmla="*/ 0 w 2199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9" h="1955">
                  <a:moveTo>
                    <a:pt x="0" y="0"/>
                  </a:moveTo>
                  <a:lnTo>
                    <a:pt x="72" y="1954"/>
                  </a:lnTo>
                  <a:lnTo>
                    <a:pt x="219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9" name="Freeform 8"/>
            <p:cNvSpPr>
              <a:spLocks noChangeArrowheads="1"/>
            </p:cNvSpPr>
            <p:nvPr/>
          </p:nvSpPr>
          <p:spPr bwMode="auto">
            <a:xfrm>
              <a:off x="14888518" y="-88734"/>
              <a:ext cx="2811899" cy="1925303"/>
            </a:xfrm>
            <a:custGeom>
              <a:avLst/>
              <a:gdLst>
                <a:gd name="T0" fmla="*/ 0 w 2852"/>
                <a:gd name="T1" fmla="*/ 0 h 1955"/>
                <a:gd name="T2" fmla="*/ 2851 w 2852"/>
                <a:gd name="T3" fmla="*/ 1954 h 1955"/>
                <a:gd name="T4" fmla="*/ 2779 w 2852"/>
                <a:gd name="T5" fmla="*/ 0 h 1955"/>
                <a:gd name="T6" fmla="*/ 0 w 2852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52" h="1955">
                  <a:moveTo>
                    <a:pt x="0" y="0"/>
                  </a:moveTo>
                  <a:lnTo>
                    <a:pt x="2851" y="1954"/>
                  </a:lnTo>
                  <a:lnTo>
                    <a:pt x="277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13589856" y="-88970"/>
              <a:ext cx="4137447" cy="3520308"/>
            </a:xfrm>
            <a:custGeom>
              <a:avLst/>
              <a:gdLst>
                <a:gd name="T0" fmla="*/ 0 w 4196"/>
                <a:gd name="T1" fmla="*/ 0 h 3572"/>
                <a:gd name="T2" fmla="*/ 1886 w 4196"/>
                <a:gd name="T3" fmla="*/ 3571 h 3572"/>
                <a:gd name="T4" fmla="*/ 4195 w 4196"/>
                <a:gd name="T5" fmla="*/ 1954 h 3572"/>
                <a:gd name="T6" fmla="*/ 1344 w 4196"/>
                <a:gd name="T7" fmla="*/ 0 h 3572"/>
                <a:gd name="T8" fmla="*/ 0 w 4196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6" h="3572">
                  <a:moveTo>
                    <a:pt x="0" y="0"/>
                  </a:moveTo>
                  <a:lnTo>
                    <a:pt x="1886" y="3571"/>
                  </a:lnTo>
                  <a:lnTo>
                    <a:pt x="4195" y="1954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11104147" y="-111272"/>
              <a:ext cx="4346058" cy="3520308"/>
            </a:xfrm>
            <a:custGeom>
              <a:avLst/>
              <a:gdLst>
                <a:gd name="T0" fmla="*/ 965 w 4408"/>
                <a:gd name="T1" fmla="*/ 0 h 3572"/>
                <a:gd name="T2" fmla="*/ 0 w 4408"/>
                <a:gd name="T3" fmla="*/ 1760 h 3572"/>
                <a:gd name="T4" fmla="*/ 4407 w 4408"/>
                <a:gd name="T5" fmla="*/ 3571 h 3572"/>
                <a:gd name="T6" fmla="*/ 2521 w 4408"/>
                <a:gd name="T7" fmla="*/ 0 h 3572"/>
                <a:gd name="T8" fmla="*/ 965 w 4408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8" h="3572">
                  <a:moveTo>
                    <a:pt x="965" y="0"/>
                  </a:moveTo>
                  <a:lnTo>
                    <a:pt x="0" y="1760"/>
                  </a:lnTo>
                  <a:lnTo>
                    <a:pt x="4407" y="3571"/>
                  </a:lnTo>
                  <a:lnTo>
                    <a:pt x="2521" y="0"/>
                  </a:lnTo>
                  <a:lnTo>
                    <a:pt x="96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9793019" y="-88970"/>
              <a:ext cx="369415" cy="195571"/>
            </a:xfrm>
            <a:custGeom>
              <a:avLst/>
              <a:gdLst>
                <a:gd name="T0" fmla="*/ 112 w 374"/>
                <a:gd name="T1" fmla="*/ 0 h 198"/>
                <a:gd name="T2" fmla="*/ 0 w 374"/>
                <a:gd name="T3" fmla="*/ 197 h 198"/>
                <a:gd name="T4" fmla="*/ 373 w 374"/>
                <a:gd name="T5" fmla="*/ 0 h 198"/>
                <a:gd name="T6" fmla="*/ 112 w 374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4" h="198">
                  <a:moveTo>
                    <a:pt x="112" y="0"/>
                  </a:moveTo>
                  <a:lnTo>
                    <a:pt x="0" y="197"/>
                  </a:lnTo>
                  <a:lnTo>
                    <a:pt x="373" y="0"/>
                  </a:lnTo>
                  <a:lnTo>
                    <a:pt x="112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3" name="Freeform 13"/>
            <p:cNvSpPr>
              <a:spLocks noChangeArrowheads="1"/>
            </p:cNvSpPr>
            <p:nvPr/>
          </p:nvSpPr>
          <p:spPr bwMode="auto">
            <a:xfrm>
              <a:off x="9698211" y="-88970"/>
              <a:ext cx="225996" cy="195571"/>
            </a:xfrm>
            <a:custGeom>
              <a:avLst/>
              <a:gdLst>
                <a:gd name="T0" fmla="*/ 0 w 231"/>
                <a:gd name="T1" fmla="*/ 0 h 198"/>
                <a:gd name="T2" fmla="*/ 118 w 231"/>
                <a:gd name="T3" fmla="*/ 197 h 198"/>
                <a:gd name="T4" fmla="*/ 230 w 231"/>
                <a:gd name="T5" fmla="*/ 0 h 198"/>
                <a:gd name="T6" fmla="*/ 0 w 231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98">
                  <a:moveTo>
                    <a:pt x="0" y="0"/>
                  </a:moveTo>
                  <a:lnTo>
                    <a:pt x="118" y="197"/>
                  </a:lnTo>
                  <a:lnTo>
                    <a:pt x="230" y="0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4" name="Freeform 14"/>
            <p:cNvSpPr>
              <a:spLocks noChangeArrowheads="1"/>
            </p:cNvSpPr>
            <p:nvPr/>
          </p:nvSpPr>
          <p:spPr bwMode="auto">
            <a:xfrm>
              <a:off x="8502000" y="61758"/>
              <a:ext cx="2646751" cy="2259950"/>
            </a:xfrm>
            <a:custGeom>
              <a:avLst/>
              <a:gdLst>
                <a:gd name="T0" fmla="*/ 2685 w 2686"/>
                <a:gd name="T1" fmla="*/ 1563 h 2292"/>
                <a:gd name="T2" fmla="*/ 1308 w 2686"/>
                <a:gd name="T3" fmla="*/ 0 h 2292"/>
                <a:gd name="T4" fmla="*/ 0 w 2686"/>
                <a:gd name="T5" fmla="*/ 2291 h 2292"/>
                <a:gd name="T6" fmla="*/ 2685 w 2686"/>
                <a:gd name="T7" fmla="*/ 1563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6" h="2292">
                  <a:moveTo>
                    <a:pt x="2685" y="1563"/>
                  </a:moveTo>
                  <a:lnTo>
                    <a:pt x="1308" y="0"/>
                  </a:lnTo>
                  <a:lnTo>
                    <a:pt x="0" y="2291"/>
                  </a:lnTo>
                  <a:lnTo>
                    <a:pt x="2685" y="15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5" name="Freeform 15"/>
            <p:cNvSpPr>
              <a:spLocks noChangeArrowheads="1"/>
            </p:cNvSpPr>
            <p:nvPr/>
          </p:nvSpPr>
          <p:spPr bwMode="auto">
            <a:xfrm>
              <a:off x="6821130" y="61996"/>
              <a:ext cx="2985743" cy="2259950"/>
            </a:xfrm>
            <a:custGeom>
              <a:avLst/>
              <a:gdLst>
                <a:gd name="T0" fmla="*/ 3029 w 3030"/>
                <a:gd name="T1" fmla="*/ 0 h 2292"/>
                <a:gd name="T2" fmla="*/ 0 w 3030"/>
                <a:gd name="T3" fmla="*/ 624 h 2292"/>
                <a:gd name="T4" fmla="*/ 1721 w 3030"/>
                <a:gd name="T5" fmla="*/ 2291 h 2292"/>
                <a:gd name="T6" fmla="*/ 3029 w 3030"/>
                <a:gd name="T7" fmla="*/ 0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0" h="2292">
                  <a:moveTo>
                    <a:pt x="3029" y="0"/>
                  </a:moveTo>
                  <a:lnTo>
                    <a:pt x="0" y="624"/>
                  </a:lnTo>
                  <a:lnTo>
                    <a:pt x="1721" y="2291"/>
                  </a:lnTo>
                  <a:lnTo>
                    <a:pt x="3029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6" name="Freeform 16"/>
            <p:cNvSpPr>
              <a:spLocks noChangeArrowheads="1"/>
            </p:cNvSpPr>
            <p:nvPr/>
          </p:nvSpPr>
          <p:spPr bwMode="auto">
            <a:xfrm>
              <a:off x="6829814" y="-88970"/>
              <a:ext cx="2985743" cy="808366"/>
            </a:xfrm>
            <a:custGeom>
              <a:avLst/>
              <a:gdLst>
                <a:gd name="T0" fmla="*/ 61 w 3030"/>
                <a:gd name="T1" fmla="*/ 0 h 822"/>
                <a:gd name="T2" fmla="*/ 0 w 3030"/>
                <a:gd name="T3" fmla="*/ 821 h 822"/>
                <a:gd name="T4" fmla="*/ 3029 w 3030"/>
                <a:gd name="T5" fmla="*/ 197 h 822"/>
                <a:gd name="T6" fmla="*/ 2911 w 3030"/>
                <a:gd name="T7" fmla="*/ 0 h 822"/>
                <a:gd name="T8" fmla="*/ 61 w 3030"/>
                <a:gd name="T9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0" h="822">
                  <a:moveTo>
                    <a:pt x="61" y="0"/>
                  </a:moveTo>
                  <a:lnTo>
                    <a:pt x="0" y="821"/>
                  </a:lnTo>
                  <a:lnTo>
                    <a:pt x="3029" y="197"/>
                  </a:lnTo>
                  <a:lnTo>
                    <a:pt x="2911" y="0"/>
                  </a:lnTo>
                  <a:lnTo>
                    <a:pt x="61" y="0"/>
                  </a:ln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7" name="Freeform 17"/>
            <p:cNvSpPr>
              <a:spLocks noChangeArrowheads="1"/>
            </p:cNvSpPr>
            <p:nvPr/>
          </p:nvSpPr>
          <p:spPr bwMode="auto">
            <a:xfrm>
              <a:off x="5975275" y="-88970"/>
              <a:ext cx="943094" cy="808366"/>
            </a:xfrm>
            <a:custGeom>
              <a:avLst/>
              <a:gdLst>
                <a:gd name="T0" fmla="*/ 0 w 955"/>
                <a:gd name="T1" fmla="*/ 0 h 822"/>
                <a:gd name="T2" fmla="*/ 893 w 955"/>
                <a:gd name="T3" fmla="*/ 821 h 822"/>
                <a:gd name="T4" fmla="*/ 954 w 955"/>
                <a:gd name="T5" fmla="*/ 0 h 822"/>
                <a:gd name="T6" fmla="*/ 0 w 955"/>
                <a:gd name="T7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5" h="822">
                  <a:moveTo>
                    <a:pt x="0" y="0"/>
                  </a:moveTo>
                  <a:lnTo>
                    <a:pt x="893" y="821"/>
                  </a:ln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8" name="Freeform 18"/>
            <p:cNvSpPr>
              <a:spLocks noChangeArrowheads="1"/>
            </p:cNvSpPr>
            <p:nvPr/>
          </p:nvSpPr>
          <p:spPr bwMode="auto">
            <a:xfrm>
              <a:off x="5608571" y="674793"/>
              <a:ext cx="2916204" cy="1642810"/>
            </a:xfrm>
            <a:custGeom>
              <a:avLst/>
              <a:gdLst>
                <a:gd name="T0" fmla="*/ 2958 w 2959"/>
                <a:gd name="T1" fmla="*/ 1667 h 1668"/>
                <a:gd name="T2" fmla="*/ 1237 w 2959"/>
                <a:gd name="T3" fmla="*/ 0 h 1668"/>
                <a:gd name="T4" fmla="*/ 0 w 2959"/>
                <a:gd name="T5" fmla="*/ 1323 h 1668"/>
                <a:gd name="T6" fmla="*/ 2958 w 2959"/>
                <a:gd name="T7" fmla="*/ 1667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59" h="1668">
                  <a:moveTo>
                    <a:pt x="2958" y="1667"/>
                  </a:moveTo>
                  <a:lnTo>
                    <a:pt x="1237" y="0"/>
                  </a:lnTo>
                  <a:lnTo>
                    <a:pt x="0" y="1323"/>
                  </a:lnTo>
                  <a:lnTo>
                    <a:pt x="2958" y="166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9" name="Freeform 19"/>
            <p:cNvSpPr>
              <a:spLocks noChangeArrowheads="1"/>
            </p:cNvSpPr>
            <p:nvPr/>
          </p:nvSpPr>
          <p:spPr bwMode="auto">
            <a:xfrm>
              <a:off x="5092201" y="-155877"/>
              <a:ext cx="1760153" cy="2112184"/>
            </a:xfrm>
            <a:custGeom>
              <a:avLst/>
              <a:gdLst>
                <a:gd name="T0" fmla="*/ 0 w 1787"/>
                <a:gd name="T1" fmla="*/ 0 h 2145"/>
                <a:gd name="T2" fmla="*/ 549 w 1787"/>
                <a:gd name="T3" fmla="*/ 2144 h 2145"/>
                <a:gd name="T4" fmla="*/ 1786 w 1787"/>
                <a:gd name="T5" fmla="*/ 821 h 2145"/>
                <a:gd name="T6" fmla="*/ 893 w 1787"/>
                <a:gd name="T7" fmla="*/ 0 h 2145"/>
                <a:gd name="T8" fmla="*/ 0 w 1787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7" h="2145">
                  <a:moveTo>
                    <a:pt x="0" y="0"/>
                  </a:moveTo>
                  <a:lnTo>
                    <a:pt x="549" y="2144"/>
                  </a:lnTo>
                  <a:lnTo>
                    <a:pt x="1786" y="821"/>
                  </a:lnTo>
                  <a:lnTo>
                    <a:pt x="893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0" name="Freeform 20"/>
            <p:cNvSpPr>
              <a:spLocks noChangeArrowheads="1"/>
            </p:cNvSpPr>
            <p:nvPr/>
          </p:nvSpPr>
          <p:spPr bwMode="auto">
            <a:xfrm>
              <a:off x="443059" y="190760"/>
              <a:ext cx="5232654" cy="2977052"/>
            </a:xfrm>
            <a:custGeom>
              <a:avLst/>
              <a:gdLst>
                <a:gd name="T0" fmla="*/ 5310 w 5311"/>
                <a:gd name="T1" fmla="*/ 1771 h 3020"/>
                <a:gd name="T2" fmla="*/ 853 w 5311"/>
                <a:gd name="T3" fmla="*/ 0 h 3020"/>
                <a:gd name="T4" fmla="*/ 0 w 5311"/>
                <a:gd name="T5" fmla="*/ 3019 h 3020"/>
                <a:gd name="T6" fmla="*/ 5310 w 5311"/>
                <a:gd name="T7" fmla="*/ 1771 h 3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11" h="3020">
                  <a:moveTo>
                    <a:pt x="5310" y="1771"/>
                  </a:moveTo>
                  <a:lnTo>
                    <a:pt x="853" y="0"/>
                  </a:lnTo>
                  <a:lnTo>
                    <a:pt x="0" y="3019"/>
                  </a:lnTo>
                  <a:lnTo>
                    <a:pt x="5310" y="1771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1" name="Freeform 21"/>
            <p:cNvSpPr>
              <a:spLocks noChangeArrowheads="1"/>
            </p:cNvSpPr>
            <p:nvPr/>
          </p:nvSpPr>
          <p:spPr bwMode="auto">
            <a:xfrm>
              <a:off x="1264131" y="-156113"/>
              <a:ext cx="4393864" cy="2112184"/>
            </a:xfrm>
            <a:custGeom>
              <a:avLst/>
              <a:gdLst>
                <a:gd name="T0" fmla="*/ 936 w 4458"/>
                <a:gd name="T1" fmla="*/ 0 h 2145"/>
                <a:gd name="T2" fmla="*/ 0 w 4458"/>
                <a:gd name="T3" fmla="*/ 373 h 2145"/>
                <a:gd name="T4" fmla="*/ 4457 w 4458"/>
                <a:gd name="T5" fmla="*/ 2144 h 2145"/>
                <a:gd name="T6" fmla="*/ 3908 w 4458"/>
                <a:gd name="T7" fmla="*/ 0 h 2145"/>
                <a:gd name="T8" fmla="*/ 936 w 4458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8" h="2145">
                  <a:moveTo>
                    <a:pt x="936" y="0"/>
                  </a:moveTo>
                  <a:lnTo>
                    <a:pt x="0" y="373"/>
                  </a:lnTo>
                  <a:lnTo>
                    <a:pt x="4457" y="2144"/>
                  </a:lnTo>
                  <a:lnTo>
                    <a:pt x="3908" y="0"/>
                  </a:lnTo>
                  <a:lnTo>
                    <a:pt x="936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2" name="Freeform 22"/>
            <p:cNvSpPr>
              <a:spLocks noChangeArrowheads="1"/>
            </p:cNvSpPr>
            <p:nvPr/>
          </p:nvSpPr>
          <p:spPr bwMode="auto">
            <a:xfrm>
              <a:off x="1264131" y="-133574"/>
              <a:ext cx="921364" cy="369415"/>
            </a:xfrm>
            <a:custGeom>
              <a:avLst/>
              <a:gdLst>
                <a:gd name="T0" fmla="*/ 72 w 937"/>
                <a:gd name="T1" fmla="*/ 0 h 374"/>
                <a:gd name="T2" fmla="*/ 0 w 937"/>
                <a:gd name="T3" fmla="*/ 373 h 374"/>
                <a:gd name="T4" fmla="*/ 936 w 937"/>
                <a:gd name="T5" fmla="*/ 0 h 374"/>
                <a:gd name="T6" fmla="*/ 72 w 937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7" h="374">
                  <a:moveTo>
                    <a:pt x="72" y="0"/>
                  </a:moveTo>
                  <a:lnTo>
                    <a:pt x="0" y="373"/>
                  </a:lnTo>
                  <a:lnTo>
                    <a:pt x="936" y="0"/>
                  </a:lnTo>
                  <a:lnTo>
                    <a:pt x="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3" name="Freeform 23"/>
            <p:cNvSpPr>
              <a:spLocks noChangeArrowheads="1"/>
            </p:cNvSpPr>
            <p:nvPr/>
          </p:nvSpPr>
          <p:spPr bwMode="auto">
            <a:xfrm>
              <a:off x="734484" y="-133574"/>
              <a:ext cx="621488" cy="369415"/>
            </a:xfrm>
            <a:custGeom>
              <a:avLst/>
              <a:gdLst>
                <a:gd name="T0" fmla="*/ 0 w 629"/>
                <a:gd name="T1" fmla="*/ 0 h 374"/>
                <a:gd name="T2" fmla="*/ 556 w 629"/>
                <a:gd name="T3" fmla="*/ 373 h 374"/>
                <a:gd name="T4" fmla="*/ 628 w 629"/>
                <a:gd name="T5" fmla="*/ 0 h 374"/>
                <a:gd name="T6" fmla="*/ 0 w 629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9" h="374">
                  <a:moveTo>
                    <a:pt x="0" y="0"/>
                  </a:moveTo>
                  <a:lnTo>
                    <a:pt x="556" y="373"/>
                  </a:lnTo>
                  <a:lnTo>
                    <a:pt x="62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4" name="Freeform 24"/>
            <p:cNvSpPr>
              <a:spLocks noChangeArrowheads="1"/>
            </p:cNvSpPr>
            <p:nvPr/>
          </p:nvSpPr>
          <p:spPr bwMode="auto">
            <a:xfrm>
              <a:off x="0" y="885559"/>
              <a:ext cx="447642" cy="2259950"/>
            </a:xfrm>
            <a:custGeom>
              <a:avLst/>
              <a:gdLst>
                <a:gd name="T0" fmla="*/ 0 w 453"/>
                <a:gd name="T1" fmla="*/ 2104 h 2292"/>
                <a:gd name="T2" fmla="*/ 452 w 453"/>
                <a:gd name="T3" fmla="*/ 2291 h 2292"/>
                <a:gd name="T4" fmla="*/ 0 w 453"/>
                <a:gd name="T5" fmla="*/ 0 h 2292"/>
                <a:gd name="T6" fmla="*/ 0 w 453"/>
                <a:gd name="T7" fmla="*/ 2104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292">
                  <a:moveTo>
                    <a:pt x="0" y="2104"/>
                  </a:moveTo>
                  <a:lnTo>
                    <a:pt x="452" y="2291"/>
                  </a:lnTo>
                  <a:lnTo>
                    <a:pt x="0" y="0"/>
                  </a:lnTo>
                  <a:lnTo>
                    <a:pt x="0" y="2104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5" name="Freeform 25"/>
            <p:cNvSpPr>
              <a:spLocks noChangeArrowheads="1"/>
            </p:cNvSpPr>
            <p:nvPr/>
          </p:nvSpPr>
          <p:spPr bwMode="auto">
            <a:xfrm>
              <a:off x="0" y="-156114"/>
              <a:ext cx="1286433" cy="3342117"/>
            </a:xfrm>
            <a:custGeom>
              <a:avLst/>
              <a:gdLst>
                <a:gd name="T0" fmla="*/ 0 w 1306"/>
                <a:gd name="T1" fmla="*/ 0 h 3393"/>
                <a:gd name="T2" fmla="*/ 0 w 1306"/>
                <a:gd name="T3" fmla="*/ 1101 h 3393"/>
                <a:gd name="T4" fmla="*/ 452 w 1306"/>
                <a:gd name="T5" fmla="*/ 3392 h 3393"/>
                <a:gd name="T6" fmla="*/ 1305 w 1306"/>
                <a:gd name="T7" fmla="*/ 373 h 3393"/>
                <a:gd name="T8" fmla="*/ 749 w 1306"/>
                <a:gd name="T9" fmla="*/ 0 h 3393"/>
                <a:gd name="T10" fmla="*/ 0 w 1306"/>
                <a:gd name="T11" fmla="*/ 0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6" h="3393">
                  <a:moveTo>
                    <a:pt x="0" y="0"/>
                  </a:moveTo>
                  <a:lnTo>
                    <a:pt x="0" y="1101"/>
                  </a:lnTo>
                  <a:lnTo>
                    <a:pt x="452" y="3392"/>
                  </a:lnTo>
                  <a:lnTo>
                    <a:pt x="1305" y="373"/>
                  </a:lnTo>
                  <a:lnTo>
                    <a:pt x="749" y="0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6" name="Freeform 26"/>
            <p:cNvSpPr>
              <a:spLocks noChangeArrowheads="1"/>
            </p:cNvSpPr>
            <p:nvPr/>
          </p:nvSpPr>
          <p:spPr bwMode="auto">
            <a:xfrm>
              <a:off x="8462804" y="1591817"/>
              <a:ext cx="6988462" cy="1786231"/>
            </a:xfrm>
            <a:custGeom>
              <a:avLst/>
              <a:gdLst>
                <a:gd name="T0" fmla="*/ 7092 w 7093"/>
                <a:gd name="T1" fmla="*/ 1811 h 1812"/>
                <a:gd name="T2" fmla="*/ 0 w 7093"/>
                <a:gd name="T3" fmla="*/ 728 h 1812"/>
                <a:gd name="T4" fmla="*/ 2685 w 7093"/>
                <a:gd name="T5" fmla="*/ 0 h 1812"/>
                <a:gd name="T6" fmla="*/ 7092 w 7093"/>
                <a:gd name="T7" fmla="*/ 1811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3" h="1812">
                  <a:moveTo>
                    <a:pt x="7092" y="1811"/>
                  </a:moveTo>
                  <a:lnTo>
                    <a:pt x="0" y="728"/>
                  </a:lnTo>
                  <a:lnTo>
                    <a:pt x="2685" y="0"/>
                  </a:lnTo>
                  <a:lnTo>
                    <a:pt x="7092" y="1811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7" name="Freeform 12"/>
            <p:cNvSpPr>
              <a:spLocks noChangeArrowheads="1"/>
            </p:cNvSpPr>
            <p:nvPr/>
          </p:nvSpPr>
          <p:spPr bwMode="auto">
            <a:xfrm>
              <a:off x="9776123" y="-125128"/>
              <a:ext cx="2307757" cy="1734076"/>
            </a:xfrm>
            <a:custGeom>
              <a:avLst/>
              <a:gdLst>
                <a:gd name="T0" fmla="*/ 373 w 2343"/>
                <a:gd name="T1" fmla="*/ 0 h 1761"/>
                <a:gd name="T2" fmla="*/ 0 w 2343"/>
                <a:gd name="T3" fmla="*/ 197 h 1761"/>
                <a:gd name="T4" fmla="*/ 1377 w 2343"/>
                <a:gd name="T5" fmla="*/ 1760 h 1761"/>
                <a:gd name="T6" fmla="*/ 2342 w 2343"/>
                <a:gd name="T7" fmla="*/ 0 h 1761"/>
                <a:gd name="T8" fmla="*/ 373 w 2343"/>
                <a:gd name="T9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3" h="1761">
                  <a:moveTo>
                    <a:pt x="373" y="0"/>
                  </a:moveTo>
                  <a:lnTo>
                    <a:pt x="0" y="197"/>
                  </a:lnTo>
                  <a:lnTo>
                    <a:pt x="1377" y="1760"/>
                  </a:lnTo>
                  <a:lnTo>
                    <a:pt x="2342" y="0"/>
                  </a:lnTo>
                  <a:lnTo>
                    <a:pt x="373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5998793"/>
      </p:ext>
    </p:extLst>
  </p:cSld>
  <p:clrMapOvr>
    <a:masterClrMapping/>
  </p:clrMapOvr>
  <p:transition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Web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12901752" y="3940396"/>
            <a:ext cx="6780687" cy="387036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399" b="0" i="0">
                <a:ln>
                  <a:noFill/>
                </a:ln>
                <a:solidFill>
                  <a:schemeClr val="tx2"/>
                </a:solidFill>
                <a:latin typeface="Nunito Light" charset="0"/>
                <a:ea typeface="Nunito Light" charset="0"/>
                <a:cs typeface="Nunito Light" charset="0"/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 rot="10800000">
            <a:off x="-23443" y="10974737"/>
            <a:ext cx="24535153" cy="4304370"/>
            <a:chOff x="0" y="-156114"/>
            <a:chExt cx="24535152" cy="4304369"/>
          </a:xfrm>
        </p:grpSpPr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23378291" y="2431564"/>
              <a:ext cx="1134322" cy="1716691"/>
            </a:xfrm>
            <a:custGeom>
              <a:avLst/>
              <a:gdLst>
                <a:gd name="T0" fmla="*/ 0 w 1152"/>
                <a:gd name="T1" fmla="*/ 1739 h 1740"/>
                <a:gd name="T2" fmla="*/ 1151 w 1152"/>
                <a:gd name="T3" fmla="*/ 918 h 1740"/>
                <a:gd name="T4" fmla="*/ 1151 w 1152"/>
                <a:gd name="T5" fmla="*/ 0 h 1740"/>
                <a:gd name="T6" fmla="*/ 0 w 1152"/>
                <a:gd name="T7" fmla="*/ 1739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1740">
                  <a:moveTo>
                    <a:pt x="0" y="1739"/>
                  </a:moveTo>
                  <a:lnTo>
                    <a:pt x="1151" y="918"/>
                  </a:lnTo>
                  <a:lnTo>
                    <a:pt x="1151" y="0"/>
                  </a:lnTo>
                  <a:lnTo>
                    <a:pt x="0" y="1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23079221" y="-88970"/>
              <a:ext cx="1455931" cy="4233061"/>
            </a:xfrm>
            <a:custGeom>
              <a:avLst/>
              <a:gdLst>
                <a:gd name="T0" fmla="*/ 0 w 1479"/>
                <a:gd name="T1" fmla="*/ 0 h 4296"/>
                <a:gd name="T2" fmla="*/ 327 w 1479"/>
                <a:gd name="T3" fmla="*/ 4295 h 4296"/>
                <a:gd name="T4" fmla="*/ 1478 w 1479"/>
                <a:gd name="T5" fmla="*/ 2556 h 4296"/>
                <a:gd name="T6" fmla="*/ 1478 w 1479"/>
                <a:gd name="T7" fmla="*/ 0 h 4296"/>
                <a:gd name="T8" fmla="*/ 0 w 147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9" h="4296">
                  <a:moveTo>
                    <a:pt x="0" y="0"/>
                  </a:moveTo>
                  <a:lnTo>
                    <a:pt x="327" y="4295"/>
                  </a:lnTo>
                  <a:lnTo>
                    <a:pt x="1478" y="2556"/>
                  </a:lnTo>
                  <a:lnTo>
                    <a:pt x="147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20776620" y="-88970"/>
              <a:ext cx="2646748" cy="4233061"/>
            </a:xfrm>
            <a:custGeom>
              <a:avLst/>
              <a:gdLst>
                <a:gd name="T0" fmla="*/ 0 w 2687"/>
                <a:gd name="T1" fmla="*/ 0 h 4296"/>
                <a:gd name="T2" fmla="*/ 2686 w 2687"/>
                <a:gd name="T3" fmla="*/ 4295 h 4296"/>
                <a:gd name="T4" fmla="*/ 2359 w 2687"/>
                <a:gd name="T5" fmla="*/ 0 h 4296"/>
                <a:gd name="T6" fmla="*/ 0 w 2687"/>
                <a:gd name="T7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7" h="4296">
                  <a:moveTo>
                    <a:pt x="0" y="0"/>
                  </a:moveTo>
                  <a:lnTo>
                    <a:pt x="2686" y="4295"/>
                  </a:lnTo>
                  <a:lnTo>
                    <a:pt x="235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3" name="Freeform 12"/>
            <p:cNvSpPr>
              <a:spLocks noChangeArrowheads="1"/>
            </p:cNvSpPr>
            <p:nvPr/>
          </p:nvSpPr>
          <p:spPr bwMode="auto">
            <a:xfrm>
              <a:off x="20420243" y="-88970"/>
              <a:ext cx="3003125" cy="4233061"/>
            </a:xfrm>
            <a:custGeom>
              <a:avLst/>
              <a:gdLst>
                <a:gd name="T0" fmla="*/ 0 w 3049"/>
                <a:gd name="T1" fmla="*/ 0 h 4296"/>
                <a:gd name="T2" fmla="*/ 43 w 3049"/>
                <a:gd name="T3" fmla="*/ 3187 h 4296"/>
                <a:gd name="T4" fmla="*/ 3048 w 3049"/>
                <a:gd name="T5" fmla="*/ 4295 h 4296"/>
                <a:gd name="T6" fmla="*/ 362 w 3049"/>
                <a:gd name="T7" fmla="*/ 0 h 4296"/>
                <a:gd name="T8" fmla="*/ 0 w 304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9" h="4296">
                  <a:moveTo>
                    <a:pt x="0" y="0"/>
                  </a:moveTo>
                  <a:lnTo>
                    <a:pt x="43" y="3187"/>
                  </a:lnTo>
                  <a:lnTo>
                    <a:pt x="3048" y="4295"/>
                  </a:lnTo>
                  <a:lnTo>
                    <a:pt x="362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4" name="Freeform 13"/>
            <p:cNvSpPr>
              <a:spLocks noChangeArrowheads="1"/>
            </p:cNvSpPr>
            <p:nvPr/>
          </p:nvSpPr>
          <p:spPr bwMode="auto">
            <a:xfrm>
              <a:off x="17677877" y="-88971"/>
              <a:ext cx="2785824" cy="3142198"/>
            </a:xfrm>
            <a:custGeom>
              <a:avLst/>
              <a:gdLst>
                <a:gd name="T0" fmla="*/ 2126 w 2826"/>
                <a:gd name="T1" fmla="*/ 0 h 3188"/>
                <a:gd name="T2" fmla="*/ 0 w 2826"/>
                <a:gd name="T3" fmla="*/ 1954 h 3188"/>
                <a:gd name="T4" fmla="*/ 2825 w 2826"/>
                <a:gd name="T5" fmla="*/ 3187 h 3188"/>
                <a:gd name="T6" fmla="*/ 2782 w 2826"/>
                <a:gd name="T7" fmla="*/ 0 h 3188"/>
                <a:gd name="T8" fmla="*/ 2126 w 2826"/>
                <a:gd name="T9" fmla="*/ 0 h 3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6" h="3188">
                  <a:moveTo>
                    <a:pt x="2126" y="0"/>
                  </a:moveTo>
                  <a:lnTo>
                    <a:pt x="0" y="1954"/>
                  </a:lnTo>
                  <a:lnTo>
                    <a:pt x="2825" y="3187"/>
                  </a:lnTo>
                  <a:lnTo>
                    <a:pt x="2782" y="0"/>
                  </a:lnTo>
                  <a:lnTo>
                    <a:pt x="212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5" name="Freeform 14"/>
            <p:cNvSpPr>
              <a:spLocks noChangeArrowheads="1"/>
            </p:cNvSpPr>
            <p:nvPr/>
          </p:nvSpPr>
          <p:spPr bwMode="auto">
            <a:xfrm>
              <a:off x="17608342" y="-88971"/>
              <a:ext cx="2168684" cy="1925303"/>
            </a:xfrm>
            <a:custGeom>
              <a:avLst/>
              <a:gdLst>
                <a:gd name="T0" fmla="*/ 0 w 2199"/>
                <a:gd name="T1" fmla="*/ 0 h 1955"/>
                <a:gd name="T2" fmla="*/ 72 w 2199"/>
                <a:gd name="T3" fmla="*/ 1954 h 1955"/>
                <a:gd name="T4" fmla="*/ 2198 w 2199"/>
                <a:gd name="T5" fmla="*/ 0 h 1955"/>
                <a:gd name="T6" fmla="*/ 0 w 2199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9" h="1955">
                  <a:moveTo>
                    <a:pt x="0" y="0"/>
                  </a:moveTo>
                  <a:lnTo>
                    <a:pt x="72" y="1954"/>
                  </a:lnTo>
                  <a:lnTo>
                    <a:pt x="219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6" name="Freeform 15"/>
            <p:cNvSpPr>
              <a:spLocks noChangeArrowheads="1"/>
            </p:cNvSpPr>
            <p:nvPr/>
          </p:nvSpPr>
          <p:spPr bwMode="auto">
            <a:xfrm>
              <a:off x="14888518" y="-88734"/>
              <a:ext cx="2811899" cy="1925303"/>
            </a:xfrm>
            <a:custGeom>
              <a:avLst/>
              <a:gdLst>
                <a:gd name="T0" fmla="*/ 0 w 2852"/>
                <a:gd name="T1" fmla="*/ 0 h 1955"/>
                <a:gd name="T2" fmla="*/ 2851 w 2852"/>
                <a:gd name="T3" fmla="*/ 1954 h 1955"/>
                <a:gd name="T4" fmla="*/ 2779 w 2852"/>
                <a:gd name="T5" fmla="*/ 0 h 1955"/>
                <a:gd name="T6" fmla="*/ 0 w 2852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52" h="1955">
                  <a:moveTo>
                    <a:pt x="0" y="0"/>
                  </a:moveTo>
                  <a:lnTo>
                    <a:pt x="2851" y="1954"/>
                  </a:lnTo>
                  <a:lnTo>
                    <a:pt x="277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13589856" y="-88970"/>
              <a:ext cx="4137447" cy="3520308"/>
            </a:xfrm>
            <a:custGeom>
              <a:avLst/>
              <a:gdLst>
                <a:gd name="T0" fmla="*/ 0 w 4196"/>
                <a:gd name="T1" fmla="*/ 0 h 3572"/>
                <a:gd name="T2" fmla="*/ 1886 w 4196"/>
                <a:gd name="T3" fmla="*/ 3571 h 3572"/>
                <a:gd name="T4" fmla="*/ 4195 w 4196"/>
                <a:gd name="T5" fmla="*/ 1954 h 3572"/>
                <a:gd name="T6" fmla="*/ 1344 w 4196"/>
                <a:gd name="T7" fmla="*/ 0 h 3572"/>
                <a:gd name="T8" fmla="*/ 0 w 4196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6" h="3572">
                  <a:moveTo>
                    <a:pt x="0" y="0"/>
                  </a:moveTo>
                  <a:lnTo>
                    <a:pt x="1886" y="3571"/>
                  </a:lnTo>
                  <a:lnTo>
                    <a:pt x="4195" y="1954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9" name="Freeform 18"/>
            <p:cNvSpPr>
              <a:spLocks noChangeArrowheads="1"/>
            </p:cNvSpPr>
            <p:nvPr/>
          </p:nvSpPr>
          <p:spPr bwMode="auto">
            <a:xfrm>
              <a:off x="11104147" y="-111272"/>
              <a:ext cx="4346058" cy="3520308"/>
            </a:xfrm>
            <a:custGeom>
              <a:avLst/>
              <a:gdLst>
                <a:gd name="T0" fmla="*/ 965 w 4408"/>
                <a:gd name="T1" fmla="*/ 0 h 3572"/>
                <a:gd name="T2" fmla="*/ 0 w 4408"/>
                <a:gd name="T3" fmla="*/ 1760 h 3572"/>
                <a:gd name="T4" fmla="*/ 4407 w 4408"/>
                <a:gd name="T5" fmla="*/ 3571 h 3572"/>
                <a:gd name="T6" fmla="*/ 2521 w 4408"/>
                <a:gd name="T7" fmla="*/ 0 h 3572"/>
                <a:gd name="T8" fmla="*/ 965 w 4408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8" h="3572">
                  <a:moveTo>
                    <a:pt x="965" y="0"/>
                  </a:moveTo>
                  <a:lnTo>
                    <a:pt x="0" y="1760"/>
                  </a:lnTo>
                  <a:lnTo>
                    <a:pt x="4407" y="3571"/>
                  </a:lnTo>
                  <a:lnTo>
                    <a:pt x="2521" y="0"/>
                  </a:lnTo>
                  <a:lnTo>
                    <a:pt x="96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0" name="Freeform 19"/>
            <p:cNvSpPr>
              <a:spLocks noChangeArrowheads="1"/>
            </p:cNvSpPr>
            <p:nvPr/>
          </p:nvSpPr>
          <p:spPr bwMode="auto">
            <a:xfrm>
              <a:off x="9793019" y="-88970"/>
              <a:ext cx="369415" cy="195571"/>
            </a:xfrm>
            <a:custGeom>
              <a:avLst/>
              <a:gdLst>
                <a:gd name="T0" fmla="*/ 112 w 374"/>
                <a:gd name="T1" fmla="*/ 0 h 198"/>
                <a:gd name="T2" fmla="*/ 0 w 374"/>
                <a:gd name="T3" fmla="*/ 197 h 198"/>
                <a:gd name="T4" fmla="*/ 373 w 374"/>
                <a:gd name="T5" fmla="*/ 0 h 198"/>
                <a:gd name="T6" fmla="*/ 112 w 374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4" h="198">
                  <a:moveTo>
                    <a:pt x="112" y="0"/>
                  </a:moveTo>
                  <a:lnTo>
                    <a:pt x="0" y="197"/>
                  </a:lnTo>
                  <a:lnTo>
                    <a:pt x="373" y="0"/>
                  </a:lnTo>
                  <a:lnTo>
                    <a:pt x="112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1" name="Freeform 13"/>
            <p:cNvSpPr>
              <a:spLocks noChangeArrowheads="1"/>
            </p:cNvSpPr>
            <p:nvPr/>
          </p:nvSpPr>
          <p:spPr bwMode="auto">
            <a:xfrm>
              <a:off x="9698211" y="-88970"/>
              <a:ext cx="225996" cy="195571"/>
            </a:xfrm>
            <a:custGeom>
              <a:avLst/>
              <a:gdLst>
                <a:gd name="T0" fmla="*/ 0 w 231"/>
                <a:gd name="T1" fmla="*/ 0 h 198"/>
                <a:gd name="T2" fmla="*/ 118 w 231"/>
                <a:gd name="T3" fmla="*/ 197 h 198"/>
                <a:gd name="T4" fmla="*/ 230 w 231"/>
                <a:gd name="T5" fmla="*/ 0 h 198"/>
                <a:gd name="T6" fmla="*/ 0 w 231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98">
                  <a:moveTo>
                    <a:pt x="0" y="0"/>
                  </a:moveTo>
                  <a:lnTo>
                    <a:pt x="118" y="197"/>
                  </a:lnTo>
                  <a:lnTo>
                    <a:pt x="230" y="0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2" name="Freeform 14"/>
            <p:cNvSpPr>
              <a:spLocks noChangeArrowheads="1"/>
            </p:cNvSpPr>
            <p:nvPr/>
          </p:nvSpPr>
          <p:spPr bwMode="auto">
            <a:xfrm>
              <a:off x="8502000" y="61758"/>
              <a:ext cx="2646751" cy="2259950"/>
            </a:xfrm>
            <a:custGeom>
              <a:avLst/>
              <a:gdLst>
                <a:gd name="T0" fmla="*/ 2685 w 2686"/>
                <a:gd name="T1" fmla="*/ 1563 h 2292"/>
                <a:gd name="T2" fmla="*/ 1308 w 2686"/>
                <a:gd name="T3" fmla="*/ 0 h 2292"/>
                <a:gd name="T4" fmla="*/ 0 w 2686"/>
                <a:gd name="T5" fmla="*/ 2291 h 2292"/>
                <a:gd name="T6" fmla="*/ 2685 w 2686"/>
                <a:gd name="T7" fmla="*/ 1563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6" h="2292">
                  <a:moveTo>
                    <a:pt x="2685" y="1563"/>
                  </a:moveTo>
                  <a:lnTo>
                    <a:pt x="1308" y="0"/>
                  </a:lnTo>
                  <a:lnTo>
                    <a:pt x="0" y="2291"/>
                  </a:lnTo>
                  <a:lnTo>
                    <a:pt x="2685" y="15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3" name="Freeform 15"/>
            <p:cNvSpPr>
              <a:spLocks noChangeArrowheads="1"/>
            </p:cNvSpPr>
            <p:nvPr/>
          </p:nvSpPr>
          <p:spPr bwMode="auto">
            <a:xfrm>
              <a:off x="6821130" y="61996"/>
              <a:ext cx="2985743" cy="2259950"/>
            </a:xfrm>
            <a:custGeom>
              <a:avLst/>
              <a:gdLst>
                <a:gd name="T0" fmla="*/ 3029 w 3030"/>
                <a:gd name="T1" fmla="*/ 0 h 2292"/>
                <a:gd name="T2" fmla="*/ 0 w 3030"/>
                <a:gd name="T3" fmla="*/ 624 h 2292"/>
                <a:gd name="T4" fmla="*/ 1721 w 3030"/>
                <a:gd name="T5" fmla="*/ 2291 h 2292"/>
                <a:gd name="T6" fmla="*/ 3029 w 3030"/>
                <a:gd name="T7" fmla="*/ 0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0" h="2292">
                  <a:moveTo>
                    <a:pt x="3029" y="0"/>
                  </a:moveTo>
                  <a:lnTo>
                    <a:pt x="0" y="624"/>
                  </a:lnTo>
                  <a:lnTo>
                    <a:pt x="1721" y="2291"/>
                  </a:lnTo>
                  <a:lnTo>
                    <a:pt x="3029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4" name="Freeform 16"/>
            <p:cNvSpPr>
              <a:spLocks noChangeArrowheads="1"/>
            </p:cNvSpPr>
            <p:nvPr/>
          </p:nvSpPr>
          <p:spPr bwMode="auto">
            <a:xfrm>
              <a:off x="6829814" y="-88970"/>
              <a:ext cx="2985743" cy="808366"/>
            </a:xfrm>
            <a:custGeom>
              <a:avLst/>
              <a:gdLst>
                <a:gd name="T0" fmla="*/ 61 w 3030"/>
                <a:gd name="T1" fmla="*/ 0 h 822"/>
                <a:gd name="T2" fmla="*/ 0 w 3030"/>
                <a:gd name="T3" fmla="*/ 821 h 822"/>
                <a:gd name="T4" fmla="*/ 3029 w 3030"/>
                <a:gd name="T5" fmla="*/ 197 h 822"/>
                <a:gd name="T6" fmla="*/ 2911 w 3030"/>
                <a:gd name="T7" fmla="*/ 0 h 822"/>
                <a:gd name="T8" fmla="*/ 61 w 3030"/>
                <a:gd name="T9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0" h="822">
                  <a:moveTo>
                    <a:pt x="61" y="0"/>
                  </a:moveTo>
                  <a:lnTo>
                    <a:pt x="0" y="821"/>
                  </a:lnTo>
                  <a:lnTo>
                    <a:pt x="3029" y="197"/>
                  </a:lnTo>
                  <a:lnTo>
                    <a:pt x="2911" y="0"/>
                  </a:lnTo>
                  <a:lnTo>
                    <a:pt x="61" y="0"/>
                  </a:ln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5" name="Freeform 17"/>
            <p:cNvSpPr>
              <a:spLocks noChangeArrowheads="1"/>
            </p:cNvSpPr>
            <p:nvPr/>
          </p:nvSpPr>
          <p:spPr bwMode="auto">
            <a:xfrm>
              <a:off x="5975275" y="-88970"/>
              <a:ext cx="943094" cy="808366"/>
            </a:xfrm>
            <a:custGeom>
              <a:avLst/>
              <a:gdLst>
                <a:gd name="T0" fmla="*/ 0 w 955"/>
                <a:gd name="T1" fmla="*/ 0 h 822"/>
                <a:gd name="T2" fmla="*/ 893 w 955"/>
                <a:gd name="T3" fmla="*/ 821 h 822"/>
                <a:gd name="T4" fmla="*/ 954 w 955"/>
                <a:gd name="T5" fmla="*/ 0 h 822"/>
                <a:gd name="T6" fmla="*/ 0 w 955"/>
                <a:gd name="T7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5" h="822">
                  <a:moveTo>
                    <a:pt x="0" y="0"/>
                  </a:moveTo>
                  <a:lnTo>
                    <a:pt x="893" y="821"/>
                  </a:ln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6" name="Freeform 18"/>
            <p:cNvSpPr>
              <a:spLocks noChangeArrowheads="1"/>
            </p:cNvSpPr>
            <p:nvPr/>
          </p:nvSpPr>
          <p:spPr bwMode="auto">
            <a:xfrm>
              <a:off x="5608571" y="674793"/>
              <a:ext cx="2916204" cy="1642810"/>
            </a:xfrm>
            <a:custGeom>
              <a:avLst/>
              <a:gdLst>
                <a:gd name="T0" fmla="*/ 2958 w 2959"/>
                <a:gd name="T1" fmla="*/ 1667 h 1668"/>
                <a:gd name="T2" fmla="*/ 1237 w 2959"/>
                <a:gd name="T3" fmla="*/ 0 h 1668"/>
                <a:gd name="T4" fmla="*/ 0 w 2959"/>
                <a:gd name="T5" fmla="*/ 1323 h 1668"/>
                <a:gd name="T6" fmla="*/ 2958 w 2959"/>
                <a:gd name="T7" fmla="*/ 1667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59" h="1668">
                  <a:moveTo>
                    <a:pt x="2958" y="1667"/>
                  </a:moveTo>
                  <a:lnTo>
                    <a:pt x="1237" y="0"/>
                  </a:lnTo>
                  <a:lnTo>
                    <a:pt x="0" y="1323"/>
                  </a:lnTo>
                  <a:lnTo>
                    <a:pt x="2958" y="166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7" name="Freeform 19"/>
            <p:cNvSpPr>
              <a:spLocks noChangeArrowheads="1"/>
            </p:cNvSpPr>
            <p:nvPr/>
          </p:nvSpPr>
          <p:spPr bwMode="auto">
            <a:xfrm>
              <a:off x="5092201" y="-155877"/>
              <a:ext cx="1760153" cy="2112184"/>
            </a:xfrm>
            <a:custGeom>
              <a:avLst/>
              <a:gdLst>
                <a:gd name="T0" fmla="*/ 0 w 1787"/>
                <a:gd name="T1" fmla="*/ 0 h 2145"/>
                <a:gd name="T2" fmla="*/ 549 w 1787"/>
                <a:gd name="T3" fmla="*/ 2144 h 2145"/>
                <a:gd name="T4" fmla="*/ 1786 w 1787"/>
                <a:gd name="T5" fmla="*/ 821 h 2145"/>
                <a:gd name="T6" fmla="*/ 893 w 1787"/>
                <a:gd name="T7" fmla="*/ 0 h 2145"/>
                <a:gd name="T8" fmla="*/ 0 w 1787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7" h="2145">
                  <a:moveTo>
                    <a:pt x="0" y="0"/>
                  </a:moveTo>
                  <a:lnTo>
                    <a:pt x="549" y="2144"/>
                  </a:lnTo>
                  <a:lnTo>
                    <a:pt x="1786" y="821"/>
                  </a:lnTo>
                  <a:lnTo>
                    <a:pt x="893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8" name="Freeform 20"/>
            <p:cNvSpPr>
              <a:spLocks noChangeArrowheads="1"/>
            </p:cNvSpPr>
            <p:nvPr/>
          </p:nvSpPr>
          <p:spPr bwMode="auto">
            <a:xfrm>
              <a:off x="443059" y="190760"/>
              <a:ext cx="5232654" cy="2977052"/>
            </a:xfrm>
            <a:custGeom>
              <a:avLst/>
              <a:gdLst>
                <a:gd name="T0" fmla="*/ 5310 w 5311"/>
                <a:gd name="T1" fmla="*/ 1771 h 3020"/>
                <a:gd name="T2" fmla="*/ 853 w 5311"/>
                <a:gd name="T3" fmla="*/ 0 h 3020"/>
                <a:gd name="T4" fmla="*/ 0 w 5311"/>
                <a:gd name="T5" fmla="*/ 3019 h 3020"/>
                <a:gd name="T6" fmla="*/ 5310 w 5311"/>
                <a:gd name="T7" fmla="*/ 1771 h 3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11" h="3020">
                  <a:moveTo>
                    <a:pt x="5310" y="1771"/>
                  </a:moveTo>
                  <a:lnTo>
                    <a:pt x="853" y="0"/>
                  </a:lnTo>
                  <a:lnTo>
                    <a:pt x="0" y="3019"/>
                  </a:lnTo>
                  <a:lnTo>
                    <a:pt x="5310" y="1771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9" name="Freeform 21"/>
            <p:cNvSpPr>
              <a:spLocks noChangeArrowheads="1"/>
            </p:cNvSpPr>
            <p:nvPr/>
          </p:nvSpPr>
          <p:spPr bwMode="auto">
            <a:xfrm>
              <a:off x="1264131" y="-156113"/>
              <a:ext cx="4393864" cy="2112184"/>
            </a:xfrm>
            <a:custGeom>
              <a:avLst/>
              <a:gdLst>
                <a:gd name="T0" fmla="*/ 936 w 4458"/>
                <a:gd name="T1" fmla="*/ 0 h 2145"/>
                <a:gd name="T2" fmla="*/ 0 w 4458"/>
                <a:gd name="T3" fmla="*/ 373 h 2145"/>
                <a:gd name="T4" fmla="*/ 4457 w 4458"/>
                <a:gd name="T5" fmla="*/ 2144 h 2145"/>
                <a:gd name="T6" fmla="*/ 3908 w 4458"/>
                <a:gd name="T7" fmla="*/ 0 h 2145"/>
                <a:gd name="T8" fmla="*/ 936 w 4458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8" h="2145">
                  <a:moveTo>
                    <a:pt x="936" y="0"/>
                  </a:moveTo>
                  <a:lnTo>
                    <a:pt x="0" y="373"/>
                  </a:lnTo>
                  <a:lnTo>
                    <a:pt x="4457" y="2144"/>
                  </a:lnTo>
                  <a:lnTo>
                    <a:pt x="3908" y="0"/>
                  </a:lnTo>
                  <a:lnTo>
                    <a:pt x="936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0" name="Freeform 22"/>
            <p:cNvSpPr>
              <a:spLocks noChangeArrowheads="1"/>
            </p:cNvSpPr>
            <p:nvPr/>
          </p:nvSpPr>
          <p:spPr bwMode="auto">
            <a:xfrm>
              <a:off x="1264131" y="-133574"/>
              <a:ext cx="921364" cy="369415"/>
            </a:xfrm>
            <a:custGeom>
              <a:avLst/>
              <a:gdLst>
                <a:gd name="T0" fmla="*/ 72 w 937"/>
                <a:gd name="T1" fmla="*/ 0 h 374"/>
                <a:gd name="T2" fmla="*/ 0 w 937"/>
                <a:gd name="T3" fmla="*/ 373 h 374"/>
                <a:gd name="T4" fmla="*/ 936 w 937"/>
                <a:gd name="T5" fmla="*/ 0 h 374"/>
                <a:gd name="T6" fmla="*/ 72 w 937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7" h="374">
                  <a:moveTo>
                    <a:pt x="72" y="0"/>
                  </a:moveTo>
                  <a:lnTo>
                    <a:pt x="0" y="373"/>
                  </a:lnTo>
                  <a:lnTo>
                    <a:pt x="936" y="0"/>
                  </a:lnTo>
                  <a:lnTo>
                    <a:pt x="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1" name="Freeform 23"/>
            <p:cNvSpPr>
              <a:spLocks noChangeArrowheads="1"/>
            </p:cNvSpPr>
            <p:nvPr/>
          </p:nvSpPr>
          <p:spPr bwMode="auto">
            <a:xfrm>
              <a:off x="734484" y="-133574"/>
              <a:ext cx="621488" cy="369415"/>
            </a:xfrm>
            <a:custGeom>
              <a:avLst/>
              <a:gdLst>
                <a:gd name="T0" fmla="*/ 0 w 629"/>
                <a:gd name="T1" fmla="*/ 0 h 374"/>
                <a:gd name="T2" fmla="*/ 556 w 629"/>
                <a:gd name="T3" fmla="*/ 373 h 374"/>
                <a:gd name="T4" fmla="*/ 628 w 629"/>
                <a:gd name="T5" fmla="*/ 0 h 374"/>
                <a:gd name="T6" fmla="*/ 0 w 629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9" h="374">
                  <a:moveTo>
                    <a:pt x="0" y="0"/>
                  </a:moveTo>
                  <a:lnTo>
                    <a:pt x="556" y="373"/>
                  </a:lnTo>
                  <a:lnTo>
                    <a:pt x="62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2" name="Freeform 24"/>
            <p:cNvSpPr>
              <a:spLocks noChangeArrowheads="1"/>
            </p:cNvSpPr>
            <p:nvPr/>
          </p:nvSpPr>
          <p:spPr bwMode="auto">
            <a:xfrm>
              <a:off x="0" y="885559"/>
              <a:ext cx="447642" cy="2259950"/>
            </a:xfrm>
            <a:custGeom>
              <a:avLst/>
              <a:gdLst>
                <a:gd name="T0" fmla="*/ 0 w 453"/>
                <a:gd name="T1" fmla="*/ 2104 h 2292"/>
                <a:gd name="T2" fmla="*/ 452 w 453"/>
                <a:gd name="T3" fmla="*/ 2291 h 2292"/>
                <a:gd name="T4" fmla="*/ 0 w 453"/>
                <a:gd name="T5" fmla="*/ 0 h 2292"/>
                <a:gd name="T6" fmla="*/ 0 w 453"/>
                <a:gd name="T7" fmla="*/ 2104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292">
                  <a:moveTo>
                    <a:pt x="0" y="2104"/>
                  </a:moveTo>
                  <a:lnTo>
                    <a:pt x="452" y="2291"/>
                  </a:lnTo>
                  <a:lnTo>
                    <a:pt x="0" y="0"/>
                  </a:lnTo>
                  <a:lnTo>
                    <a:pt x="0" y="2104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3" name="Freeform 25"/>
            <p:cNvSpPr>
              <a:spLocks noChangeArrowheads="1"/>
            </p:cNvSpPr>
            <p:nvPr/>
          </p:nvSpPr>
          <p:spPr bwMode="auto">
            <a:xfrm>
              <a:off x="0" y="-156114"/>
              <a:ext cx="1286433" cy="3342117"/>
            </a:xfrm>
            <a:custGeom>
              <a:avLst/>
              <a:gdLst>
                <a:gd name="T0" fmla="*/ 0 w 1306"/>
                <a:gd name="T1" fmla="*/ 0 h 3393"/>
                <a:gd name="T2" fmla="*/ 0 w 1306"/>
                <a:gd name="T3" fmla="*/ 1101 h 3393"/>
                <a:gd name="T4" fmla="*/ 452 w 1306"/>
                <a:gd name="T5" fmla="*/ 3392 h 3393"/>
                <a:gd name="T6" fmla="*/ 1305 w 1306"/>
                <a:gd name="T7" fmla="*/ 373 h 3393"/>
                <a:gd name="T8" fmla="*/ 749 w 1306"/>
                <a:gd name="T9" fmla="*/ 0 h 3393"/>
                <a:gd name="T10" fmla="*/ 0 w 1306"/>
                <a:gd name="T11" fmla="*/ 0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6" h="3393">
                  <a:moveTo>
                    <a:pt x="0" y="0"/>
                  </a:moveTo>
                  <a:lnTo>
                    <a:pt x="0" y="1101"/>
                  </a:lnTo>
                  <a:lnTo>
                    <a:pt x="452" y="3392"/>
                  </a:lnTo>
                  <a:lnTo>
                    <a:pt x="1305" y="373"/>
                  </a:lnTo>
                  <a:lnTo>
                    <a:pt x="749" y="0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4" name="Freeform 26"/>
            <p:cNvSpPr>
              <a:spLocks noChangeArrowheads="1"/>
            </p:cNvSpPr>
            <p:nvPr/>
          </p:nvSpPr>
          <p:spPr bwMode="auto">
            <a:xfrm>
              <a:off x="8462804" y="1591817"/>
              <a:ext cx="6988462" cy="1786231"/>
            </a:xfrm>
            <a:custGeom>
              <a:avLst/>
              <a:gdLst>
                <a:gd name="T0" fmla="*/ 7092 w 7093"/>
                <a:gd name="T1" fmla="*/ 1811 h 1812"/>
                <a:gd name="T2" fmla="*/ 0 w 7093"/>
                <a:gd name="T3" fmla="*/ 728 h 1812"/>
                <a:gd name="T4" fmla="*/ 2685 w 7093"/>
                <a:gd name="T5" fmla="*/ 0 h 1812"/>
                <a:gd name="T6" fmla="*/ 7092 w 7093"/>
                <a:gd name="T7" fmla="*/ 1811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3" h="1812">
                  <a:moveTo>
                    <a:pt x="7092" y="1811"/>
                  </a:moveTo>
                  <a:lnTo>
                    <a:pt x="0" y="728"/>
                  </a:lnTo>
                  <a:lnTo>
                    <a:pt x="2685" y="0"/>
                  </a:lnTo>
                  <a:lnTo>
                    <a:pt x="7092" y="1811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5" name="Freeform 12"/>
            <p:cNvSpPr>
              <a:spLocks noChangeArrowheads="1"/>
            </p:cNvSpPr>
            <p:nvPr/>
          </p:nvSpPr>
          <p:spPr bwMode="auto">
            <a:xfrm>
              <a:off x="9776123" y="-125128"/>
              <a:ext cx="2307757" cy="1734076"/>
            </a:xfrm>
            <a:custGeom>
              <a:avLst/>
              <a:gdLst>
                <a:gd name="T0" fmla="*/ 373 w 2343"/>
                <a:gd name="T1" fmla="*/ 0 h 1761"/>
                <a:gd name="T2" fmla="*/ 0 w 2343"/>
                <a:gd name="T3" fmla="*/ 197 h 1761"/>
                <a:gd name="T4" fmla="*/ 1377 w 2343"/>
                <a:gd name="T5" fmla="*/ 1760 h 1761"/>
                <a:gd name="T6" fmla="*/ 2342 w 2343"/>
                <a:gd name="T7" fmla="*/ 0 h 1761"/>
                <a:gd name="T8" fmla="*/ 373 w 2343"/>
                <a:gd name="T9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3" h="1761">
                  <a:moveTo>
                    <a:pt x="373" y="0"/>
                  </a:moveTo>
                  <a:lnTo>
                    <a:pt x="0" y="197"/>
                  </a:lnTo>
                  <a:lnTo>
                    <a:pt x="1377" y="1760"/>
                  </a:lnTo>
                  <a:lnTo>
                    <a:pt x="2342" y="0"/>
                  </a:lnTo>
                  <a:lnTo>
                    <a:pt x="373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90758"/>
      </p:ext>
    </p:extLst>
  </p:cSld>
  <p:clrMapOvr>
    <a:masterClrMapping/>
  </p:clrMapOvr>
  <p:transition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4770028" y="2436720"/>
            <a:ext cx="4290416" cy="76274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399" b="0" i="0">
                <a:ln>
                  <a:noFill/>
                </a:ln>
                <a:solidFill>
                  <a:schemeClr val="tx2"/>
                </a:solidFill>
                <a:latin typeface="Nunito Light" charset="0"/>
                <a:ea typeface="Nunito Light" charset="0"/>
                <a:cs typeface="Nunito Light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-23443" y="10974737"/>
            <a:ext cx="24535153" cy="4304370"/>
            <a:chOff x="0" y="-156114"/>
            <a:chExt cx="24535152" cy="4304369"/>
          </a:xfrm>
        </p:grpSpPr>
        <p:sp>
          <p:nvSpPr>
            <p:cNvPr id="5" name="Freeform 4"/>
            <p:cNvSpPr>
              <a:spLocks noChangeArrowheads="1"/>
            </p:cNvSpPr>
            <p:nvPr/>
          </p:nvSpPr>
          <p:spPr bwMode="auto">
            <a:xfrm>
              <a:off x="23378291" y="2431564"/>
              <a:ext cx="1134322" cy="1716691"/>
            </a:xfrm>
            <a:custGeom>
              <a:avLst/>
              <a:gdLst>
                <a:gd name="T0" fmla="*/ 0 w 1152"/>
                <a:gd name="T1" fmla="*/ 1739 h 1740"/>
                <a:gd name="T2" fmla="*/ 1151 w 1152"/>
                <a:gd name="T3" fmla="*/ 918 h 1740"/>
                <a:gd name="T4" fmla="*/ 1151 w 1152"/>
                <a:gd name="T5" fmla="*/ 0 h 1740"/>
                <a:gd name="T6" fmla="*/ 0 w 1152"/>
                <a:gd name="T7" fmla="*/ 1739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1740">
                  <a:moveTo>
                    <a:pt x="0" y="1739"/>
                  </a:moveTo>
                  <a:lnTo>
                    <a:pt x="1151" y="918"/>
                  </a:lnTo>
                  <a:lnTo>
                    <a:pt x="1151" y="0"/>
                  </a:lnTo>
                  <a:lnTo>
                    <a:pt x="0" y="1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6" name="Freeform 5"/>
            <p:cNvSpPr>
              <a:spLocks noChangeArrowheads="1"/>
            </p:cNvSpPr>
            <p:nvPr/>
          </p:nvSpPr>
          <p:spPr bwMode="auto">
            <a:xfrm>
              <a:off x="23079221" y="-88970"/>
              <a:ext cx="1455931" cy="4233061"/>
            </a:xfrm>
            <a:custGeom>
              <a:avLst/>
              <a:gdLst>
                <a:gd name="T0" fmla="*/ 0 w 1479"/>
                <a:gd name="T1" fmla="*/ 0 h 4296"/>
                <a:gd name="T2" fmla="*/ 327 w 1479"/>
                <a:gd name="T3" fmla="*/ 4295 h 4296"/>
                <a:gd name="T4" fmla="*/ 1478 w 1479"/>
                <a:gd name="T5" fmla="*/ 2556 h 4296"/>
                <a:gd name="T6" fmla="*/ 1478 w 1479"/>
                <a:gd name="T7" fmla="*/ 0 h 4296"/>
                <a:gd name="T8" fmla="*/ 0 w 147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9" h="4296">
                  <a:moveTo>
                    <a:pt x="0" y="0"/>
                  </a:moveTo>
                  <a:lnTo>
                    <a:pt x="327" y="4295"/>
                  </a:lnTo>
                  <a:lnTo>
                    <a:pt x="1478" y="2556"/>
                  </a:lnTo>
                  <a:lnTo>
                    <a:pt x="147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7" name="Freeform 6"/>
            <p:cNvSpPr>
              <a:spLocks noChangeArrowheads="1"/>
            </p:cNvSpPr>
            <p:nvPr/>
          </p:nvSpPr>
          <p:spPr bwMode="auto">
            <a:xfrm>
              <a:off x="20776620" y="-88970"/>
              <a:ext cx="2646748" cy="4233061"/>
            </a:xfrm>
            <a:custGeom>
              <a:avLst/>
              <a:gdLst>
                <a:gd name="T0" fmla="*/ 0 w 2687"/>
                <a:gd name="T1" fmla="*/ 0 h 4296"/>
                <a:gd name="T2" fmla="*/ 2686 w 2687"/>
                <a:gd name="T3" fmla="*/ 4295 h 4296"/>
                <a:gd name="T4" fmla="*/ 2359 w 2687"/>
                <a:gd name="T5" fmla="*/ 0 h 4296"/>
                <a:gd name="T6" fmla="*/ 0 w 2687"/>
                <a:gd name="T7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7" h="4296">
                  <a:moveTo>
                    <a:pt x="0" y="0"/>
                  </a:moveTo>
                  <a:lnTo>
                    <a:pt x="2686" y="4295"/>
                  </a:lnTo>
                  <a:lnTo>
                    <a:pt x="235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8" name="Freeform 7"/>
            <p:cNvSpPr>
              <a:spLocks noChangeArrowheads="1"/>
            </p:cNvSpPr>
            <p:nvPr/>
          </p:nvSpPr>
          <p:spPr bwMode="auto">
            <a:xfrm>
              <a:off x="20420243" y="-88970"/>
              <a:ext cx="3003125" cy="4233061"/>
            </a:xfrm>
            <a:custGeom>
              <a:avLst/>
              <a:gdLst>
                <a:gd name="T0" fmla="*/ 0 w 3049"/>
                <a:gd name="T1" fmla="*/ 0 h 4296"/>
                <a:gd name="T2" fmla="*/ 43 w 3049"/>
                <a:gd name="T3" fmla="*/ 3187 h 4296"/>
                <a:gd name="T4" fmla="*/ 3048 w 3049"/>
                <a:gd name="T5" fmla="*/ 4295 h 4296"/>
                <a:gd name="T6" fmla="*/ 362 w 3049"/>
                <a:gd name="T7" fmla="*/ 0 h 4296"/>
                <a:gd name="T8" fmla="*/ 0 w 304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9" h="4296">
                  <a:moveTo>
                    <a:pt x="0" y="0"/>
                  </a:moveTo>
                  <a:lnTo>
                    <a:pt x="43" y="3187"/>
                  </a:lnTo>
                  <a:lnTo>
                    <a:pt x="3048" y="4295"/>
                  </a:lnTo>
                  <a:lnTo>
                    <a:pt x="362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9" name="Freeform 8"/>
            <p:cNvSpPr>
              <a:spLocks noChangeArrowheads="1"/>
            </p:cNvSpPr>
            <p:nvPr/>
          </p:nvSpPr>
          <p:spPr bwMode="auto">
            <a:xfrm>
              <a:off x="17677877" y="-88971"/>
              <a:ext cx="2785824" cy="3142198"/>
            </a:xfrm>
            <a:custGeom>
              <a:avLst/>
              <a:gdLst>
                <a:gd name="T0" fmla="*/ 2126 w 2826"/>
                <a:gd name="T1" fmla="*/ 0 h 3188"/>
                <a:gd name="T2" fmla="*/ 0 w 2826"/>
                <a:gd name="T3" fmla="*/ 1954 h 3188"/>
                <a:gd name="T4" fmla="*/ 2825 w 2826"/>
                <a:gd name="T5" fmla="*/ 3187 h 3188"/>
                <a:gd name="T6" fmla="*/ 2782 w 2826"/>
                <a:gd name="T7" fmla="*/ 0 h 3188"/>
                <a:gd name="T8" fmla="*/ 2126 w 2826"/>
                <a:gd name="T9" fmla="*/ 0 h 3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6" h="3188">
                  <a:moveTo>
                    <a:pt x="2126" y="0"/>
                  </a:moveTo>
                  <a:lnTo>
                    <a:pt x="0" y="1954"/>
                  </a:lnTo>
                  <a:lnTo>
                    <a:pt x="2825" y="3187"/>
                  </a:lnTo>
                  <a:lnTo>
                    <a:pt x="2782" y="0"/>
                  </a:lnTo>
                  <a:lnTo>
                    <a:pt x="212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17608342" y="-88971"/>
              <a:ext cx="2168684" cy="1925303"/>
            </a:xfrm>
            <a:custGeom>
              <a:avLst/>
              <a:gdLst>
                <a:gd name="T0" fmla="*/ 0 w 2199"/>
                <a:gd name="T1" fmla="*/ 0 h 1955"/>
                <a:gd name="T2" fmla="*/ 72 w 2199"/>
                <a:gd name="T3" fmla="*/ 1954 h 1955"/>
                <a:gd name="T4" fmla="*/ 2198 w 2199"/>
                <a:gd name="T5" fmla="*/ 0 h 1955"/>
                <a:gd name="T6" fmla="*/ 0 w 2199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9" h="1955">
                  <a:moveTo>
                    <a:pt x="0" y="0"/>
                  </a:moveTo>
                  <a:lnTo>
                    <a:pt x="72" y="1954"/>
                  </a:lnTo>
                  <a:lnTo>
                    <a:pt x="219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14888518" y="-88734"/>
              <a:ext cx="2811899" cy="1925303"/>
            </a:xfrm>
            <a:custGeom>
              <a:avLst/>
              <a:gdLst>
                <a:gd name="T0" fmla="*/ 0 w 2852"/>
                <a:gd name="T1" fmla="*/ 0 h 1955"/>
                <a:gd name="T2" fmla="*/ 2851 w 2852"/>
                <a:gd name="T3" fmla="*/ 1954 h 1955"/>
                <a:gd name="T4" fmla="*/ 2779 w 2852"/>
                <a:gd name="T5" fmla="*/ 0 h 1955"/>
                <a:gd name="T6" fmla="*/ 0 w 2852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52" h="1955">
                  <a:moveTo>
                    <a:pt x="0" y="0"/>
                  </a:moveTo>
                  <a:lnTo>
                    <a:pt x="2851" y="1954"/>
                  </a:lnTo>
                  <a:lnTo>
                    <a:pt x="277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13589856" y="-88970"/>
              <a:ext cx="4137447" cy="3520308"/>
            </a:xfrm>
            <a:custGeom>
              <a:avLst/>
              <a:gdLst>
                <a:gd name="T0" fmla="*/ 0 w 4196"/>
                <a:gd name="T1" fmla="*/ 0 h 3572"/>
                <a:gd name="T2" fmla="*/ 1886 w 4196"/>
                <a:gd name="T3" fmla="*/ 3571 h 3572"/>
                <a:gd name="T4" fmla="*/ 4195 w 4196"/>
                <a:gd name="T5" fmla="*/ 1954 h 3572"/>
                <a:gd name="T6" fmla="*/ 1344 w 4196"/>
                <a:gd name="T7" fmla="*/ 0 h 3572"/>
                <a:gd name="T8" fmla="*/ 0 w 4196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6" h="3572">
                  <a:moveTo>
                    <a:pt x="0" y="0"/>
                  </a:moveTo>
                  <a:lnTo>
                    <a:pt x="1886" y="3571"/>
                  </a:lnTo>
                  <a:lnTo>
                    <a:pt x="4195" y="1954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3" name="Freeform 12"/>
            <p:cNvSpPr>
              <a:spLocks noChangeArrowheads="1"/>
            </p:cNvSpPr>
            <p:nvPr/>
          </p:nvSpPr>
          <p:spPr bwMode="auto">
            <a:xfrm>
              <a:off x="11104147" y="-111272"/>
              <a:ext cx="4346058" cy="3520308"/>
            </a:xfrm>
            <a:custGeom>
              <a:avLst/>
              <a:gdLst>
                <a:gd name="T0" fmla="*/ 965 w 4408"/>
                <a:gd name="T1" fmla="*/ 0 h 3572"/>
                <a:gd name="T2" fmla="*/ 0 w 4408"/>
                <a:gd name="T3" fmla="*/ 1760 h 3572"/>
                <a:gd name="T4" fmla="*/ 4407 w 4408"/>
                <a:gd name="T5" fmla="*/ 3571 h 3572"/>
                <a:gd name="T6" fmla="*/ 2521 w 4408"/>
                <a:gd name="T7" fmla="*/ 0 h 3572"/>
                <a:gd name="T8" fmla="*/ 965 w 4408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8" h="3572">
                  <a:moveTo>
                    <a:pt x="965" y="0"/>
                  </a:moveTo>
                  <a:lnTo>
                    <a:pt x="0" y="1760"/>
                  </a:lnTo>
                  <a:lnTo>
                    <a:pt x="4407" y="3571"/>
                  </a:lnTo>
                  <a:lnTo>
                    <a:pt x="2521" y="0"/>
                  </a:lnTo>
                  <a:lnTo>
                    <a:pt x="96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4" name="Freeform 13"/>
            <p:cNvSpPr>
              <a:spLocks noChangeArrowheads="1"/>
            </p:cNvSpPr>
            <p:nvPr/>
          </p:nvSpPr>
          <p:spPr bwMode="auto">
            <a:xfrm>
              <a:off x="9793019" y="-88970"/>
              <a:ext cx="369415" cy="195571"/>
            </a:xfrm>
            <a:custGeom>
              <a:avLst/>
              <a:gdLst>
                <a:gd name="T0" fmla="*/ 112 w 374"/>
                <a:gd name="T1" fmla="*/ 0 h 198"/>
                <a:gd name="T2" fmla="*/ 0 w 374"/>
                <a:gd name="T3" fmla="*/ 197 h 198"/>
                <a:gd name="T4" fmla="*/ 373 w 374"/>
                <a:gd name="T5" fmla="*/ 0 h 198"/>
                <a:gd name="T6" fmla="*/ 112 w 374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4" h="198">
                  <a:moveTo>
                    <a:pt x="112" y="0"/>
                  </a:moveTo>
                  <a:lnTo>
                    <a:pt x="0" y="197"/>
                  </a:lnTo>
                  <a:lnTo>
                    <a:pt x="373" y="0"/>
                  </a:lnTo>
                  <a:lnTo>
                    <a:pt x="112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5" name="Freeform 13"/>
            <p:cNvSpPr>
              <a:spLocks noChangeArrowheads="1"/>
            </p:cNvSpPr>
            <p:nvPr/>
          </p:nvSpPr>
          <p:spPr bwMode="auto">
            <a:xfrm>
              <a:off x="9698211" y="-88970"/>
              <a:ext cx="225996" cy="195571"/>
            </a:xfrm>
            <a:custGeom>
              <a:avLst/>
              <a:gdLst>
                <a:gd name="T0" fmla="*/ 0 w 231"/>
                <a:gd name="T1" fmla="*/ 0 h 198"/>
                <a:gd name="T2" fmla="*/ 118 w 231"/>
                <a:gd name="T3" fmla="*/ 197 h 198"/>
                <a:gd name="T4" fmla="*/ 230 w 231"/>
                <a:gd name="T5" fmla="*/ 0 h 198"/>
                <a:gd name="T6" fmla="*/ 0 w 231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98">
                  <a:moveTo>
                    <a:pt x="0" y="0"/>
                  </a:moveTo>
                  <a:lnTo>
                    <a:pt x="118" y="197"/>
                  </a:lnTo>
                  <a:lnTo>
                    <a:pt x="230" y="0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6" name="Freeform 14"/>
            <p:cNvSpPr>
              <a:spLocks noChangeArrowheads="1"/>
            </p:cNvSpPr>
            <p:nvPr/>
          </p:nvSpPr>
          <p:spPr bwMode="auto">
            <a:xfrm>
              <a:off x="8502000" y="61758"/>
              <a:ext cx="2646751" cy="2259950"/>
            </a:xfrm>
            <a:custGeom>
              <a:avLst/>
              <a:gdLst>
                <a:gd name="T0" fmla="*/ 2685 w 2686"/>
                <a:gd name="T1" fmla="*/ 1563 h 2292"/>
                <a:gd name="T2" fmla="*/ 1308 w 2686"/>
                <a:gd name="T3" fmla="*/ 0 h 2292"/>
                <a:gd name="T4" fmla="*/ 0 w 2686"/>
                <a:gd name="T5" fmla="*/ 2291 h 2292"/>
                <a:gd name="T6" fmla="*/ 2685 w 2686"/>
                <a:gd name="T7" fmla="*/ 1563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6" h="2292">
                  <a:moveTo>
                    <a:pt x="2685" y="1563"/>
                  </a:moveTo>
                  <a:lnTo>
                    <a:pt x="1308" y="0"/>
                  </a:lnTo>
                  <a:lnTo>
                    <a:pt x="0" y="2291"/>
                  </a:lnTo>
                  <a:lnTo>
                    <a:pt x="2685" y="15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6821130" y="61996"/>
              <a:ext cx="2985743" cy="2259950"/>
            </a:xfrm>
            <a:custGeom>
              <a:avLst/>
              <a:gdLst>
                <a:gd name="T0" fmla="*/ 3029 w 3030"/>
                <a:gd name="T1" fmla="*/ 0 h 2292"/>
                <a:gd name="T2" fmla="*/ 0 w 3030"/>
                <a:gd name="T3" fmla="*/ 624 h 2292"/>
                <a:gd name="T4" fmla="*/ 1721 w 3030"/>
                <a:gd name="T5" fmla="*/ 2291 h 2292"/>
                <a:gd name="T6" fmla="*/ 3029 w 3030"/>
                <a:gd name="T7" fmla="*/ 0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0" h="2292">
                  <a:moveTo>
                    <a:pt x="3029" y="0"/>
                  </a:moveTo>
                  <a:lnTo>
                    <a:pt x="0" y="624"/>
                  </a:lnTo>
                  <a:lnTo>
                    <a:pt x="1721" y="2291"/>
                  </a:lnTo>
                  <a:lnTo>
                    <a:pt x="3029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6829814" y="-88970"/>
              <a:ext cx="2985743" cy="808366"/>
            </a:xfrm>
            <a:custGeom>
              <a:avLst/>
              <a:gdLst>
                <a:gd name="T0" fmla="*/ 61 w 3030"/>
                <a:gd name="T1" fmla="*/ 0 h 822"/>
                <a:gd name="T2" fmla="*/ 0 w 3030"/>
                <a:gd name="T3" fmla="*/ 821 h 822"/>
                <a:gd name="T4" fmla="*/ 3029 w 3030"/>
                <a:gd name="T5" fmla="*/ 197 h 822"/>
                <a:gd name="T6" fmla="*/ 2911 w 3030"/>
                <a:gd name="T7" fmla="*/ 0 h 822"/>
                <a:gd name="T8" fmla="*/ 61 w 3030"/>
                <a:gd name="T9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0" h="822">
                  <a:moveTo>
                    <a:pt x="61" y="0"/>
                  </a:moveTo>
                  <a:lnTo>
                    <a:pt x="0" y="821"/>
                  </a:lnTo>
                  <a:lnTo>
                    <a:pt x="3029" y="197"/>
                  </a:lnTo>
                  <a:lnTo>
                    <a:pt x="2911" y="0"/>
                  </a:lnTo>
                  <a:lnTo>
                    <a:pt x="61" y="0"/>
                  </a:ln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9" name="Freeform 17"/>
            <p:cNvSpPr>
              <a:spLocks noChangeArrowheads="1"/>
            </p:cNvSpPr>
            <p:nvPr/>
          </p:nvSpPr>
          <p:spPr bwMode="auto">
            <a:xfrm>
              <a:off x="5975275" y="-88970"/>
              <a:ext cx="943094" cy="808366"/>
            </a:xfrm>
            <a:custGeom>
              <a:avLst/>
              <a:gdLst>
                <a:gd name="T0" fmla="*/ 0 w 955"/>
                <a:gd name="T1" fmla="*/ 0 h 822"/>
                <a:gd name="T2" fmla="*/ 893 w 955"/>
                <a:gd name="T3" fmla="*/ 821 h 822"/>
                <a:gd name="T4" fmla="*/ 954 w 955"/>
                <a:gd name="T5" fmla="*/ 0 h 822"/>
                <a:gd name="T6" fmla="*/ 0 w 955"/>
                <a:gd name="T7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5" h="822">
                  <a:moveTo>
                    <a:pt x="0" y="0"/>
                  </a:moveTo>
                  <a:lnTo>
                    <a:pt x="893" y="821"/>
                  </a:ln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0" name="Freeform 18"/>
            <p:cNvSpPr>
              <a:spLocks noChangeArrowheads="1"/>
            </p:cNvSpPr>
            <p:nvPr/>
          </p:nvSpPr>
          <p:spPr bwMode="auto">
            <a:xfrm>
              <a:off x="5608571" y="674793"/>
              <a:ext cx="2916204" cy="1642810"/>
            </a:xfrm>
            <a:custGeom>
              <a:avLst/>
              <a:gdLst>
                <a:gd name="T0" fmla="*/ 2958 w 2959"/>
                <a:gd name="T1" fmla="*/ 1667 h 1668"/>
                <a:gd name="T2" fmla="*/ 1237 w 2959"/>
                <a:gd name="T3" fmla="*/ 0 h 1668"/>
                <a:gd name="T4" fmla="*/ 0 w 2959"/>
                <a:gd name="T5" fmla="*/ 1323 h 1668"/>
                <a:gd name="T6" fmla="*/ 2958 w 2959"/>
                <a:gd name="T7" fmla="*/ 1667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59" h="1668">
                  <a:moveTo>
                    <a:pt x="2958" y="1667"/>
                  </a:moveTo>
                  <a:lnTo>
                    <a:pt x="1237" y="0"/>
                  </a:lnTo>
                  <a:lnTo>
                    <a:pt x="0" y="1323"/>
                  </a:lnTo>
                  <a:lnTo>
                    <a:pt x="2958" y="166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1" name="Freeform 19"/>
            <p:cNvSpPr>
              <a:spLocks noChangeArrowheads="1"/>
            </p:cNvSpPr>
            <p:nvPr/>
          </p:nvSpPr>
          <p:spPr bwMode="auto">
            <a:xfrm>
              <a:off x="5092201" y="-155877"/>
              <a:ext cx="1760153" cy="2112184"/>
            </a:xfrm>
            <a:custGeom>
              <a:avLst/>
              <a:gdLst>
                <a:gd name="T0" fmla="*/ 0 w 1787"/>
                <a:gd name="T1" fmla="*/ 0 h 2145"/>
                <a:gd name="T2" fmla="*/ 549 w 1787"/>
                <a:gd name="T3" fmla="*/ 2144 h 2145"/>
                <a:gd name="T4" fmla="*/ 1786 w 1787"/>
                <a:gd name="T5" fmla="*/ 821 h 2145"/>
                <a:gd name="T6" fmla="*/ 893 w 1787"/>
                <a:gd name="T7" fmla="*/ 0 h 2145"/>
                <a:gd name="T8" fmla="*/ 0 w 1787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7" h="2145">
                  <a:moveTo>
                    <a:pt x="0" y="0"/>
                  </a:moveTo>
                  <a:lnTo>
                    <a:pt x="549" y="2144"/>
                  </a:lnTo>
                  <a:lnTo>
                    <a:pt x="1786" y="821"/>
                  </a:lnTo>
                  <a:lnTo>
                    <a:pt x="893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443059" y="190760"/>
              <a:ext cx="5232654" cy="2977052"/>
            </a:xfrm>
            <a:custGeom>
              <a:avLst/>
              <a:gdLst>
                <a:gd name="T0" fmla="*/ 5310 w 5311"/>
                <a:gd name="T1" fmla="*/ 1771 h 3020"/>
                <a:gd name="T2" fmla="*/ 853 w 5311"/>
                <a:gd name="T3" fmla="*/ 0 h 3020"/>
                <a:gd name="T4" fmla="*/ 0 w 5311"/>
                <a:gd name="T5" fmla="*/ 3019 h 3020"/>
                <a:gd name="T6" fmla="*/ 5310 w 5311"/>
                <a:gd name="T7" fmla="*/ 1771 h 3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11" h="3020">
                  <a:moveTo>
                    <a:pt x="5310" y="1771"/>
                  </a:moveTo>
                  <a:lnTo>
                    <a:pt x="853" y="0"/>
                  </a:lnTo>
                  <a:lnTo>
                    <a:pt x="0" y="3019"/>
                  </a:lnTo>
                  <a:lnTo>
                    <a:pt x="5310" y="1771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1264131" y="-156113"/>
              <a:ext cx="4393864" cy="2112184"/>
            </a:xfrm>
            <a:custGeom>
              <a:avLst/>
              <a:gdLst>
                <a:gd name="T0" fmla="*/ 936 w 4458"/>
                <a:gd name="T1" fmla="*/ 0 h 2145"/>
                <a:gd name="T2" fmla="*/ 0 w 4458"/>
                <a:gd name="T3" fmla="*/ 373 h 2145"/>
                <a:gd name="T4" fmla="*/ 4457 w 4458"/>
                <a:gd name="T5" fmla="*/ 2144 h 2145"/>
                <a:gd name="T6" fmla="*/ 3908 w 4458"/>
                <a:gd name="T7" fmla="*/ 0 h 2145"/>
                <a:gd name="T8" fmla="*/ 936 w 4458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8" h="2145">
                  <a:moveTo>
                    <a:pt x="936" y="0"/>
                  </a:moveTo>
                  <a:lnTo>
                    <a:pt x="0" y="373"/>
                  </a:lnTo>
                  <a:lnTo>
                    <a:pt x="4457" y="2144"/>
                  </a:lnTo>
                  <a:lnTo>
                    <a:pt x="3908" y="0"/>
                  </a:lnTo>
                  <a:lnTo>
                    <a:pt x="936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4" name="Freeform 22"/>
            <p:cNvSpPr>
              <a:spLocks noChangeArrowheads="1"/>
            </p:cNvSpPr>
            <p:nvPr/>
          </p:nvSpPr>
          <p:spPr bwMode="auto">
            <a:xfrm>
              <a:off x="1264131" y="-133574"/>
              <a:ext cx="921364" cy="369415"/>
            </a:xfrm>
            <a:custGeom>
              <a:avLst/>
              <a:gdLst>
                <a:gd name="T0" fmla="*/ 72 w 937"/>
                <a:gd name="T1" fmla="*/ 0 h 374"/>
                <a:gd name="T2" fmla="*/ 0 w 937"/>
                <a:gd name="T3" fmla="*/ 373 h 374"/>
                <a:gd name="T4" fmla="*/ 936 w 937"/>
                <a:gd name="T5" fmla="*/ 0 h 374"/>
                <a:gd name="T6" fmla="*/ 72 w 937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7" h="374">
                  <a:moveTo>
                    <a:pt x="72" y="0"/>
                  </a:moveTo>
                  <a:lnTo>
                    <a:pt x="0" y="373"/>
                  </a:lnTo>
                  <a:lnTo>
                    <a:pt x="936" y="0"/>
                  </a:lnTo>
                  <a:lnTo>
                    <a:pt x="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5" name="Freeform 23"/>
            <p:cNvSpPr>
              <a:spLocks noChangeArrowheads="1"/>
            </p:cNvSpPr>
            <p:nvPr/>
          </p:nvSpPr>
          <p:spPr bwMode="auto">
            <a:xfrm>
              <a:off x="734484" y="-133574"/>
              <a:ext cx="621488" cy="369415"/>
            </a:xfrm>
            <a:custGeom>
              <a:avLst/>
              <a:gdLst>
                <a:gd name="T0" fmla="*/ 0 w 629"/>
                <a:gd name="T1" fmla="*/ 0 h 374"/>
                <a:gd name="T2" fmla="*/ 556 w 629"/>
                <a:gd name="T3" fmla="*/ 373 h 374"/>
                <a:gd name="T4" fmla="*/ 628 w 629"/>
                <a:gd name="T5" fmla="*/ 0 h 374"/>
                <a:gd name="T6" fmla="*/ 0 w 629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9" h="374">
                  <a:moveTo>
                    <a:pt x="0" y="0"/>
                  </a:moveTo>
                  <a:lnTo>
                    <a:pt x="556" y="373"/>
                  </a:lnTo>
                  <a:lnTo>
                    <a:pt x="62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6" name="Freeform 24"/>
            <p:cNvSpPr>
              <a:spLocks noChangeArrowheads="1"/>
            </p:cNvSpPr>
            <p:nvPr/>
          </p:nvSpPr>
          <p:spPr bwMode="auto">
            <a:xfrm>
              <a:off x="0" y="885559"/>
              <a:ext cx="447642" cy="2259950"/>
            </a:xfrm>
            <a:custGeom>
              <a:avLst/>
              <a:gdLst>
                <a:gd name="T0" fmla="*/ 0 w 453"/>
                <a:gd name="T1" fmla="*/ 2104 h 2292"/>
                <a:gd name="T2" fmla="*/ 452 w 453"/>
                <a:gd name="T3" fmla="*/ 2291 h 2292"/>
                <a:gd name="T4" fmla="*/ 0 w 453"/>
                <a:gd name="T5" fmla="*/ 0 h 2292"/>
                <a:gd name="T6" fmla="*/ 0 w 453"/>
                <a:gd name="T7" fmla="*/ 2104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292">
                  <a:moveTo>
                    <a:pt x="0" y="2104"/>
                  </a:moveTo>
                  <a:lnTo>
                    <a:pt x="452" y="2291"/>
                  </a:lnTo>
                  <a:lnTo>
                    <a:pt x="0" y="0"/>
                  </a:lnTo>
                  <a:lnTo>
                    <a:pt x="0" y="2104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7" name="Freeform 25"/>
            <p:cNvSpPr>
              <a:spLocks noChangeArrowheads="1"/>
            </p:cNvSpPr>
            <p:nvPr/>
          </p:nvSpPr>
          <p:spPr bwMode="auto">
            <a:xfrm>
              <a:off x="0" y="-156114"/>
              <a:ext cx="1286433" cy="3342117"/>
            </a:xfrm>
            <a:custGeom>
              <a:avLst/>
              <a:gdLst>
                <a:gd name="T0" fmla="*/ 0 w 1306"/>
                <a:gd name="T1" fmla="*/ 0 h 3393"/>
                <a:gd name="T2" fmla="*/ 0 w 1306"/>
                <a:gd name="T3" fmla="*/ 1101 h 3393"/>
                <a:gd name="T4" fmla="*/ 452 w 1306"/>
                <a:gd name="T5" fmla="*/ 3392 h 3393"/>
                <a:gd name="T6" fmla="*/ 1305 w 1306"/>
                <a:gd name="T7" fmla="*/ 373 h 3393"/>
                <a:gd name="T8" fmla="*/ 749 w 1306"/>
                <a:gd name="T9" fmla="*/ 0 h 3393"/>
                <a:gd name="T10" fmla="*/ 0 w 1306"/>
                <a:gd name="T11" fmla="*/ 0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6" h="3393">
                  <a:moveTo>
                    <a:pt x="0" y="0"/>
                  </a:moveTo>
                  <a:lnTo>
                    <a:pt x="0" y="1101"/>
                  </a:lnTo>
                  <a:lnTo>
                    <a:pt x="452" y="3392"/>
                  </a:lnTo>
                  <a:lnTo>
                    <a:pt x="1305" y="373"/>
                  </a:lnTo>
                  <a:lnTo>
                    <a:pt x="749" y="0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8" name="Freeform 26"/>
            <p:cNvSpPr>
              <a:spLocks noChangeArrowheads="1"/>
            </p:cNvSpPr>
            <p:nvPr/>
          </p:nvSpPr>
          <p:spPr bwMode="auto">
            <a:xfrm>
              <a:off x="8462804" y="1591817"/>
              <a:ext cx="6988462" cy="1786231"/>
            </a:xfrm>
            <a:custGeom>
              <a:avLst/>
              <a:gdLst>
                <a:gd name="T0" fmla="*/ 7092 w 7093"/>
                <a:gd name="T1" fmla="*/ 1811 h 1812"/>
                <a:gd name="T2" fmla="*/ 0 w 7093"/>
                <a:gd name="T3" fmla="*/ 728 h 1812"/>
                <a:gd name="T4" fmla="*/ 2685 w 7093"/>
                <a:gd name="T5" fmla="*/ 0 h 1812"/>
                <a:gd name="T6" fmla="*/ 7092 w 7093"/>
                <a:gd name="T7" fmla="*/ 1811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3" h="1812">
                  <a:moveTo>
                    <a:pt x="7092" y="1811"/>
                  </a:moveTo>
                  <a:lnTo>
                    <a:pt x="0" y="728"/>
                  </a:lnTo>
                  <a:lnTo>
                    <a:pt x="2685" y="0"/>
                  </a:lnTo>
                  <a:lnTo>
                    <a:pt x="7092" y="1811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9" name="Freeform 12"/>
            <p:cNvSpPr>
              <a:spLocks noChangeArrowheads="1"/>
            </p:cNvSpPr>
            <p:nvPr/>
          </p:nvSpPr>
          <p:spPr bwMode="auto">
            <a:xfrm>
              <a:off x="9776123" y="-125128"/>
              <a:ext cx="2307757" cy="1734076"/>
            </a:xfrm>
            <a:custGeom>
              <a:avLst/>
              <a:gdLst>
                <a:gd name="T0" fmla="*/ 373 w 2343"/>
                <a:gd name="T1" fmla="*/ 0 h 1761"/>
                <a:gd name="T2" fmla="*/ 0 w 2343"/>
                <a:gd name="T3" fmla="*/ 197 h 1761"/>
                <a:gd name="T4" fmla="*/ 1377 w 2343"/>
                <a:gd name="T5" fmla="*/ 1760 h 1761"/>
                <a:gd name="T6" fmla="*/ 2342 w 2343"/>
                <a:gd name="T7" fmla="*/ 0 h 1761"/>
                <a:gd name="T8" fmla="*/ 373 w 2343"/>
                <a:gd name="T9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3" h="1761">
                  <a:moveTo>
                    <a:pt x="373" y="0"/>
                  </a:moveTo>
                  <a:lnTo>
                    <a:pt x="0" y="197"/>
                  </a:lnTo>
                  <a:lnTo>
                    <a:pt x="1377" y="1760"/>
                  </a:lnTo>
                  <a:lnTo>
                    <a:pt x="2342" y="0"/>
                  </a:lnTo>
                  <a:lnTo>
                    <a:pt x="373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7461797"/>
      </p:ext>
    </p:extLst>
  </p:cSld>
  <p:clrMapOvr>
    <a:masterClrMapping/>
  </p:clrMapOvr>
  <p:transition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p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410890" y="3912687"/>
            <a:ext cx="7567383" cy="4780342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399" b="0" i="0">
                <a:ln>
                  <a:noFill/>
                </a:ln>
                <a:solidFill>
                  <a:schemeClr val="tx2"/>
                </a:solidFill>
                <a:latin typeface="Nunito Light" charset="0"/>
                <a:ea typeface="Nunito Light" charset="0"/>
                <a:cs typeface="Nunito Light" charset="0"/>
              </a:defRPr>
            </a:lvl1pPr>
          </a:lstStyle>
          <a:p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-23443" y="10974737"/>
            <a:ext cx="24535153" cy="4304370"/>
            <a:chOff x="0" y="-156114"/>
            <a:chExt cx="24535152" cy="4304369"/>
          </a:xfrm>
        </p:grpSpPr>
        <p:sp>
          <p:nvSpPr>
            <p:cNvPr id="4" name="Freeform 3"/>
            <p:cNvSpPr>
              <a:spLocks noChangeArrowheads="1"/>
            </p:cNvSpPr>
            <p:nvPr/>
          </p:nvSpPr>
          <p:spPr bwMode="auto">
            <a:xfrm>
              <a:off x="23378291" y="2431564"/>
              <a:ext cx="1134322" cy="1716691"/>
            </a:xfrm>
            <a:custGeom>
              <a:avLst/>
              <a:gdLst>
                <a:gd name="T0" fmla="*/ 0 w 1152"/>
                <a:gd name="T1" fmla="*/ 1739 h 1740"/>
                <a:gd name="T2" fmla="*/ 1151 w 1152"/>
                <a:gd name="T3" fmla="*/ 918 h 1740"/>
                <a:gd name="T4" fmla="*/ 1151 w 1152"/>
                <a:gd name="T5" fmla="*/ 0 h 1740"/>
                <a:gd name="T6" fmla="*/ 0 w 1152"/>
                <a:gd name="T7" fmla="*/ 1739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1740">
                  <a:moveTo>
                    <a:pt x="0" y="1739"/>
                  </a:moveTo>
                  <a:lnTo>
                    <a:pt x="1151" y="918"/>
                  </a:lnTo>
                  <a:lnTo>
                    <a:pt x="1151" y="0"/>
                  </a:lnTo>
                  <a:lnTo>
                    <a:pt x="0" y="1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6" name="Freeform 5"/>
            <p:cNvSpPr>
              <a:spLocks noChangeArrowheads="1"/>
            </p:cNvSpPr>
            <p:nvPr/>
          </p:nvSpPr>
          <p:spPr bwMode="auto">
            <a:xfrm>
              <a:off x="23079221" y="-88970"/>
              <a:ext cx="1455931" cy="4233061"/>
            </a:xfrm>
            <a:custGeom>
              <a:avLst/>
              <a:gdLst>
                <a:gd name="T0" fmla="*/ 0 w 1479"/>
                <a:gd name="T1" fmla="*/ 0 h 4296"/>
                <a:gd name="T2" fmla="*/ 327 w 1479"/>
                <a:gd name="T3" fmla="*/ 4295 h 4296"/>
                <a:gd name="T4" fmla="*/ 1478 w 1479"/>
                <a:gd name="T5" fmla="*/ 2556 h 4296"/>
                <a:gd name="T6" fmla="*/ 1478 w 1479"/>
                <a:gd name="T7" fmla="*/ 0 h 4296"/>
                <a:gd name="T8" fmla="*/ 0 w 147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9" h="4296">
                  <a:moveTo>
                    <a:pt x="0" y="0"/>
                  </a:moveTo>
                  <a:lnTo>
                    <a:pt x="327" y="4295"/>
                  </a:lnTo>
                  <a:lnTo>
                    <a:pt x="1478" y="2556"/>
                  </a:lnTo>
                  <a:lnTo>
                    <a:pt x="147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7" name="Freeform 6"/>
            <p:cNvSpPr>
              <a:spLocks noChangeArrowheads="1"/>
            </p:cNvSpPr>
            <p:nvPr/>
          </p:nvSpPr>
          <p:spPr bwMode="auto">
            <a:xfrm>
              <a:off x="20776620" y="-88970"/>
              <a:ext cx="2646748" cy="4233061"/>
            </a:xfrm>
            <a:custGeom>
              <a:avLst/>
              <a:gdLst>
                <a:gd name="T0" fmla="*/ 0 w 2687"/>
                <a:gd name="T1" fmla="*/ 0 h 4296"/>
                <a:gd name="T2" fmla="*/ 2686 w 2687"/>
                <a:gd name="T3" fmla="*/ 4295 h 4296"/>
                <a:gd name="T4" fmla="*/ 2359 w 2687"/>
                <a:gd name="T5" fmla="*/ 0 h 4296"/>
                <a:gd name="T6" fmla="*/ 0 w 2687"/>
                <a:gd name="T7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7" h="4296">
                  <a:moveTo>
                    <a:pt x="0" y="0"/>
                  </a:moveTo>
                  <a:lnTo>
                    <a:pt x="2686" y="4295"/>
                  </a:lnTo>
                  <a:lnTo>
                    <a:pt x="235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8" name="Freeform 7"/>
            <p:cNvSpPr>
              <a:spLocks noChangeArrowheads="1"/>
            </p:cNvSpPr>
            <p:nvPr/>
          </p:nvSpPr>
          <p:spPr bwMode="auto">
            <a:xfrm>
              <a:off x="20420243" y="-88970"/>
              <a:ext cx="3003125" cy="4233061"/>
            </a:xfrm>
            <a:custGeom>
              <a:avLst/>
              <a:gdLst>
                <a:gd name="T0" fmla="*/ 0 w 3049"/>
                <a:gd name="T1" fmla="*/ 0 h 4296"/>
                <a:gd name="T2" fmla="*/ 43 w 3049"/>
                <a:gd name="T3" fmla="*/ 3187 h 4296"/>
                <a:gd name="T4" fmla="*/ 3048 w 3049"/>
                <a:gd name="T5" fmla="*/ 4295 h 4296"/>
                <a:gd name="T6" fmla="*/ 362 w 3049"/>
                <a:gd name="T7" fmla="*/ 0 h 4296"/>
                <a:gd name="T8" fmla="*/ 0 w 304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9" h="4296">
                  <a:moveTo>
                    <a:pt x="0" y="0"/>
                  </a:moveTo>
                  <a:lnTo>
                    <a:pt x="43" y="3187"/>
                  </a:lnTo>
                  <a:lnTo>
                    <a:pt x="3048" y="4295"/>
                  </a:lnTo>
                  <a:lnTo>
                    <a:pt x="362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9" name="Freeform 8"/>
            <p:cNvSpPr>
              <a:spLocks noChangeArrowheads="1"/>
            </p:cNvSpPr>
            <p:nvPr/>
          </p:nvSpPr>
          <p:spPr bwMode="auto">
            <a:xfrm>
              <a:off x="17677877" y="-88971"/>
              <a:ext cx="2785824" cy="3142198"/>
            </a:xfrm>
            <a:custGeom>
              <a:avLst/>
              <a:gdLst>
                <a:gd name="T0" fmla="*/ 2126 w 2826"/>
                <a:gd name="T1" fmla="*/ 0 h 3188"/>
                <a:gd name="T2" fmla="*/ 0 w 2826"/>
                <a:gd name="T3" fmla="*/ 1954 h 3188"/>
                <a:gd name="T4" fmla="*/ 2825 w 2826"/>
                <a:gd name="T5" fmla="*/ 3187 h 3188"/>
                <a:gd name="T6" fmla="*/ 2782 w 2826"/>
                <a:gd name="T7" fmla="*/ 0 h 3188"/>
                <a:gd name="T8" fmla="*/ 2126 w 2826"/>
                <a:gd name="T9" fmla="*/ 0 h 3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6" h="3188">
                  <a:moveTo>
                    <a:pt x="2126" y="0"/>
                  </a:moveTo>
                  <a:lnTo>
                    <a:pt x="0" y="1954"/>
                  </a:lnTo>
                  <a:lnTo>
                    <a:pt x="2825" y="3187"/>
                  </a:lnTo>
                  <a:lnTo>
                    <a:pt x="2782" y="0"/>
                  </a:lnTo>
                  <a:lnTo>
                    <a:pt x="212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17608342" y="-88971"/>
              <a:ext cx="2168684" cy="1925303"/>
            </a:xfrm>
            <a:custGeom>
              <a:avLst/>
              <a:gdLst>
                <a:gd name="T0" fmla="*/ 0 w 2199"/>
                <a:gd name="T1" fmla="*/ 0 h 1955"/>
                <a:gd name="T2" fmla="*/ 72 w 2199"/>
                <a:gd name="T3" fmla="*/ 1954 h 1955"/>
                <a:gd name="T4" fmla="*/ 2198 w 2199"/>
                <a:gd name="T5" fmla="*/ 0 h 1955"/>
                <a:gd name="T6" fmla="*/ 0 w 2199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9" h="1955">
                  <a:moveTo>
                    <a:pt x="0" y="0"/>
                  </a:moveTo>
                  <a:lnTo>
                    <a:pt x="72" y="1954"/>
                  </a:lnTo>
                  <a:lnTo>
                    <a:pt x="219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14888518" y="-88734"/>
              <a:ext cx="2811899" cy="1925303"/>
            </a:xfrm>
            <a:custGeom>
              <a:avLst/>
              <a:gdLst>
                <a:gd name="T0" fmla="*/ 0 w 2852"/>
                <a:gd name="T1" fmla="*/ 0 h 1955"/>
                <a:gd name="T2" fmla="*/ 2851 w 2852"/>
                <a:gd name="T3" fmla="*/ 1954 h 1955"/>
                <a:gd name="T4" fmla="*/ 2779 w 2852"/>
                <a:gd name="T5" fmla="*/ 0 h 1955"/>
                <a:gd name="T6" fmla="*/ 0 w 2852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52" h="1955">
                  <a:moveTo>
                    <a:pt x="0" y="0"/>
                  </a:moveTo>
                  <a:lnTo>
                    <a:pt x="2851" y="1954"/>
                  </a:lnTo>
                  <a:lnTo>
                    <a:pt x="277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13589856" y="-88970"/>
              <a:ext cx="4137447" cy="3520308"/>
            </a:xfrm>
            <a:custGeom>
              <a:avLst/>
              <a:gdLst>
                <a:gd name="T0" fmla="*/ 0 w 4196"/>
                <a:gd name="T1" fmla="*/ 0 h 3572"/>
                <a:gd name="T2" fmla="*/ 1886 w 4196"/>
                <a:gd name="T3" fmla="*/ 3571 h 3572"/>
                <a:gd name="T4" fmla="*/ 4195 w 4196"/>
                <a:gd name="T5" fmla="*/ 1954 h 3572"/>
                <a:gd name="T6" fmla="*/ 1344 w 4196"/>
                <a:gd name="T7" fmla="*/ 0 h 3572"/>
                <a:gd name="T8" fmla="*/ 0 w 4196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6" h="3572">
                  <a:moveTo>
                    <a:pt x="0" y="0"/>
                  </a:moveTo>
                  <a:lnTo>
                    <a:pt x="1886" y="3571"/>
                  </a:lnTo>
                  <a:lnTo>
                    <a:pt x="4195" y="1954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3" name="Freeform 12"/>
            <p:cNvSpPr>
              <a:spLocks noChangeArrowheads="1"/>
            </p:cNvSpPr>
            <p:nvPr/>
          </p:nvSpPr>
          <p:spPr bwMode="auto">
            <a:xfrm>
              <a:off x="11104147" y="-111272"/>
              <a:ext cx="4346058" cy="3520308"/>
            </a:xfrm>
            <a:custGeom>
              <a:avLst/>
              <a:gdLst>
                <a:gd name="T0" fmla="*/ 965 w 4408"/>
                <a:gd name="T1" fmla="*/ 0 h 3572"/>
                <a:gd name="T2" fmla="*/ 0 w 4408"/>
                <a:gd name="T3" fmla="*/ 1760 h 3572"/>
                <a:gd name="T4" fmla="*/ 4407 w 4408"/>
                <a:gd name="T5" fmla="*/ 3571 h 3572"/>
                <a:gd name="T6" fmla="*/ 2521 w 4408"/>
                <a:gd name="T7" fmla="*/ 0 h 3572"/>
                <a:gd name="T8" fmla="*/ 965 w 4408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8" h="3572">
                  <a:moveTo>
                    <a:pt x="965" y="0"/>
                  </a:moveTo>
                  <a:lnTo>
                    <a:pt x="0" y="1760"/>
                  </a:lnTo>
                  <a:lnTo>
                    <a:pt x="4407" y="3571"/>
                  </a:lnTo>
                  <a:lnTo>
                    <a:pt x="2521" y="0"/>
                  </a:lnTo>
                  <a:lnTo>
                    <a:pt x="96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4" name="Freeform 13"/>
            <p:cNvSpPr>
              <a:spLocks noChangeArrowheads="1"/>
            </p:cNvSpPr>
            <p:nvPr/>
          </p:nvSpPr>
          <p:spPr bwMode="auto">
            <a:xfrm>
              <a:off x="9793019" y="-88970"/>
              <a:ext cx="369415" cy="195571"/>
            </a:xfrm>
            <a:custGeom>
              <a:avLst/>
              <a:gdLst>
                <a:gd name="T0" fmla="*/ 112 w 374"/>
                <a:gd name="T1" fmla="*/ 0 h 198"/>
                <a:gd name="T2" fmla="*/ 0 w 374"/>
                <a:gd name="T3" fmla="*/ 197 h 198"/>
                <a:gd name="T4" fmla="*/ 373 w 374"/>
                <a:gd name="T5" fmla="*/ 0 h 198"/>
                <a:gd name="T6" fmla="*/ 112 w 374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4" h="198">
                  <a:moveTo>
                    <a:pt x="112" y="0"/>
                  </a:moveTo>
                  <a:lnTo>
                    <a:pt x="0" y="197"/>
                  </a:lnTo>
                  <a:lnTo>
                    <a:pt x="373" y="0"/>
                  </a:lnTo>
                  <a:lnTo>
                    <a:pt x="112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5" name="Freeform 13"/>
            <p:cNvSpPr>
              <a:spLocks noChangeArrowheads="1"/>
            </p:cNvSpPr>
            <p:nvPr/>
          </p:nvSpPr>
          <p:spPr bwMode="auto">
            <a:xfrm>
              <a:off x="9698211" y="-88970"/>
              <a:ext cx="225996" cy="195571"/>
            </a:xfrm>
            <a:custGeom>
              <a:avLst/>
              <a:gdLst>
                <a:gd name="T0" fmla="*/ 0 w 231"/>
                <a:gd name="T1" fmla="*/ 0 h 198"/>
                <a:gd name="T2" fmla="*/ 118 w 231"/>
                <a:gd name="T3" fmla="*/ 197 h 198"/>
                <a:gd name="T4" fmla="*/ 230 w 231"/>
                <a:gd name="T5" fmla="*/ 0 h 198"/>
                <a:gd name="T6" fmla="*/ 0 w 231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98">
                  <a:moveTo>
                    <a:pt x="0" y="0"/>
                  </a:moveTo>
                  <a:lnTo>
                    <a:pt x="118" y="197"/>
                  </a:lnTo>
                  <a:lnTo>
                    <a:pt x="230" y="0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6" name="Freeform 14"/>
            <p:cNvSpPr>
              <a:spLocks noChangeArrowheads="1"/>
            </p:cNvSpPr>
            <p:nvPr/>
          </p:nvSpPr>
          <p:spPr bwMode="auto">
            <a:xfrm>
              <a:off x="8502000" y="61758"/>
              <a:ext cx="2646751" cy="2259950"/>
            </a:xfrm>
            <a:custGeom>
              <a:avLst/>
              <a:gdLst>
                <a:gd name="T0" fmla="*/ 2685 w 2686"/>
                <a:gd name="T1" fmla="*/ 1563 h 2292"/>
                <a:gd name="T2" fmla="*/ 1308 w 2686"/>
                <a:gd name="T3" fmla="*/ 0 h 2292"/>
                <a:gd name="T4" fmla="*/ 0 w 2686"/>
                <a:gd name="T5" fmla="*/ 2291 h 2292"/>
                <a:gd name="T6" fmla="*/ 2685 w 2686"/>
                <a:gd name="T7" fmla="*/ 1563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6" h="2292">
                  <a:moveTo>
                    <a:pt x="2685" y="1563"/>
                  </a:moveTo>
                  <a:lnTo>
                    <a:pt x="1308" y="0"/>
                  </a:lnTo>
                  <a:lnTo>
                    <a:pt x="0" y="2291"/>
                  </a:lnTo>
                  <a:lnTo>
                    <a:pt x="2685" y="15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6821130" y="61996"/>
              <a:ext cx="2985743" cy="2259950"/>
            </a:xfrm>
            <a:custGeom>
              <a:avLst/>
              <a:gdLst>
                <a:gd name="T0" fmla="*/ 3029 w 3030"/>
                <a:gd name="T1" fmla="*/ 0 h 2292"/>
                <a:gd name="T2" fmla="*/ 0 w 3030"/>
                <a:gd name="T3" fmla="*/ 624 h 2292"/>
                <a:gd name="T4" fmla="*/ 1721 w 3030"/>
                <a:gd name="T5" fmla="*/ 2291 h 2292"/>
                <a:gd name="T6" fmla="*/ 3029 w 3030"/>
                <a:gd name="T7" fmla="*/ 0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0" h="2292">
                  <a:moveTo>
                    <a:pt x="3029" y="0"/>
                  </a:moveTo>
                  <a:lnTo>
                    <a:pt x="0" y="624"/>
                  </a:lnTo>
                  <a:lnTo>
                    <a:pt x="1721" y="2291"/>
                  </a:lnTo>
                  <a:lnTo>
                    <a:pt x="3029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6829814" y="-88970"/>
              <a:ext cx="2985743" cy="808366"/>
            </a:xfrm>
            <a:custGeom>
              <a:avLst/>
              <a:gdLst>
                <a:gd name="T0" fmla="*/ 61 w 3030"/>
                <a:gd name="T1" fmla="*/ 0 h 822"/>
                <a:gd name="T2" fmla="*/ 0 w 3030"/>
                <a:gd name="T3" fmla="*/ 821 h 822"/>
                <a:gd name="T4" fmla="*/ 3029 w 3030"/>
                <a:gd name="T5" fmla="*/ 197 h 822"/>
                <a:gd name="T6" fmla="*/ 2911 w 3030"/>
                <a:gd name="T7" fmla="*/ 0 h 822"/>
                <a:gd name="T8" fmla="*/ 61 w 3030"/>
                <a:gd name="T9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0" h="822">
                  <a:moveTo>
                    <a:pt x="61" y="0"/>
                  </a:moveTo>
                  <a:lnTo>
                    <a:pt x="0" y="821"/>
                  </a:lnTo>
                  <a:lnTo>
                    <a:pt x="3029" y="197"/>
                  </a:lnTo>
                  <a:lnTo>
                    <a:pt x="2911" y="0"/>
                  </a:lnTo>
                  <a:lnTo>
                    <a:pt x="61" y="0"/>
                  </a:ln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9" name="Freeform 17"/>
            <p:cNvSpPr>
              <a:spLocks noChangeArrowheads="1"/>
            </p:cNvSpPr>
            <p:nvPr/>
          </p:nvSpPr>
          <p:spPr bwMode="auto">
            <a:xfrm>
              <a:off x="5975275" y="-88970"/>
              <a:ext cx="943094" cy="808366"/>
            </a:xfrm>
            <a:custGeom>
              <a:avLst/>
              <a:gdLst>
                <a:gd name="T0" fmla="*/ 0 w 955"/>
                <a:gd name="T1" fmla="*/ 0 h 822"/>
                <a:gd name="T2" fmla="*/ 893 w 955"/>
                <a:gd name="T3" fmla="*/ 821 h 822"/>
                <a:gd name="T4" fmla="*/ 954 w 955"/>
                <a:gd name="T5" fmla="*/ 0 h 822"/>
                <a:gd name="T6" fmla="*/ 0 w 955"/>
                <a:gd name="T7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5" h="822">
                  <a:moveTo>
                    <a:pt x="0" y="0"/>
                  </a:moveTo>
                  <a:lnTo>
                    <a:pt x="893" y="821"/>
                  </a:ln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0" name="Freeform 18"/>
            <p:cNvSpPr>
              <a:spLocks noChangeArrowheads="1"/>
            </p:cNvSpPr>
            <p:nvPr/>
          </p:nvSpPr>
          <p:spPr bwMode="auto">
            <a:xfrm>
              <a:off x="5608571" y="674793"/>
              <a:ext cx="2916204" cy="1642810"/>
            </a:xfrm>
            <a:custGeom>
              <a:avLst/>
              <a:gdLst>
                <a:gd name="T0" fmla="*/ 2958 w 2959"/>
                <a:gd name="T1" fmla="*/ 1667 h 1668"/>
                <a:gd name="T2" fmla="*/ 1237 w 2959"/>
                <a:gd name="T3" fmla="*/ 0 h 1668"/>
                <a:gd name="T4" fmla="*/ 0 w 2959"/>
                <a:gd name="T5" fmla="*/ 1323 h 1668"/>
                <a:gd name="T6" fmla="*/ 2958 w 2959"/>
                <a:gd name="T7" fmla="*/ 1667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59" h="1668">
                  <a:moveTo>
                    <a:pt x="2958" y="1667"/>
                  </a:moveTo>
                  <a:lnTo>
                    <a:pt x="1237" y="0"/>
                  </a:lnTo>
                  <a:lnTo>
                    <a:pt x="0" y="1323"/>
                  </a:lnTo>
                  <a:lnTo>
                    <a:pt x="2958" y="166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1" name="Freeform 19"/>
            <p:cNvSpPr>
              <a:spLocks noChangeArrowheads="1"/>
            </p:cNvSpPr>
            <p:nvPr/>
          </p:nvSpPr>
          <p:spPr bwMode="auto">
            <a:xfrm>
              <a:off x="5092201" y="-155877"/>
              <a:ext cx="1760153" cy="2112184"/>
            </a:xfrm>
            <a:custGeom>
              <a:avLst/>
              <a:gdLst>
                <a:gd name="T0" fmla="*/ 0 w 1787"/>
                <a:gd name="T1" fmla="*/ 0 h 2145"/>
                <a:gd name="T2" fmla="*/ 549 w 1787"/>
                <a:gd name="T3" fmla="*/ 2144 h 2145"/>
                <a:gd name="T4" fmla="*/ 1786 w 1787"/>
                <a:gd name="T5" fmla="*/ 821 h 2145"/>
                <a:gd name="T6" fmla="*/ 893 w 1787"/>
                <a:gd name="T7" fmla="*/ 0 h 2145"/>
                <a:gd name="T8" fmla="*/ 0 w 1787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7" h="2145">
                  <a:moveTo>
                    <a:pt x="0" y="0"/>
                  </a:moveTo>
                  <a:lnTo>
                    <a:pt x="549" y="2144"/>
                  </a:lnTo>
                  <a:lnTo>
                    <a:pt x="1786" y="821"/>
                  </a:lnTo>
                  <a:lnTo>
                    <a:pt x="893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443059" y="190760"/>
              <a:ext cx="5232654" cy="2977052"/>
            </a:xfrm>
            <a:custGeom>
              <a:avLst/>
              <a:gdLst>
                <a:gd name="T0" fmla="*/ 5310 w 5311"/>
                <a:gd name="T1" fmla="*/ 1771 h 3020"/>
                <a:gd name="T2" fmla="*/ 853 w 5311"/>
                <a:gd name="T3" fmla="*/ 0 h 3020"/>
                <a:gd name="T4" fmla="*/ 0 w 5311"/>
                <a:gd name="T5" fmla="*/ 3019 h 3020"/>
                <a:gd name="T6" fmla="*/ 5310 w 5311"/>
                <a:gd name="T7" fmla="*/ 1771 h 3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11" h="3020">
                  <a:moveTo>
                    <a:pt x="5310" y="1771"/>
                  </a:moveTo>
                  <a:lnTo>
                    <a:pt x="853" y="0"/>
                  </a:lnTo>
                  <a:lnTo>
                    <a:pt x="0" y="3019"/>
                  </a:lnTo>
                  <a:lnTo>
                    <a:pt x="5310" y="1771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1264131" y="-156113"/>
              <a:ext cx="4393864" cy="2112184"/>
            </a:xfrm>
            <a:custGeom>
              <a:avLst/>
              <a:gdLst>
                <a:gd name="T0" fmla="*/ 936 w 4458"/>
                <a:gd name="T1" fmla="*/ 0 h 2145"/>
                <a:gd name="T2" fmla="*/ 0 w 4458"/>
                <a:gd name="T3" fmla="*/ 373 h 2145"/>
                <a:gd name="T4" fmla="*/ 4457 w 4458"/>
                <a:gd name="T5" fmla="*/ 2144 h 2145"/>
                <a:gd name="T6" fmla="*/ 3908 w 4458"/>
                <a:gd name="T7" fmla="*/ 0 h 2145"/>
                <a:gd name="T8" fmla="*/ 936 w 4458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8" h="2145">
                  <a:moveTo>
                    <a:pt x="936" y="0"/>
                  </a:moveTo>
                  <a:lnTo>
                    <a:pt x="0" y="373"/>
                  </a:lnTo>
                  <a:lnTo>
                    <a:pt x="4457" y="2144"/>
                  </a:lnTo>
                  <a:lnTo>
                    <a:pt x="3908" y="0"/>
                  </a:lnTo>
                  <a:lnTo>
                    <a:pt x="936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4" name="Freeform 22"/>
            <p:cNvSpPr>
              <a:spLocks noChangeArrowheads="1"/>
            </p:cNvSpPr>
            <p:nvPr/>
          </p:nvSpPr>
          <p:spPr bwMode="auto">
            <a:xfrm>
              <a:off x="1264131" y="-133574"/>
              <a:ext cx="921364" cy="369415"/>
            </a:xfrm>
            <a:custGeom>
              <a:avLst/>
              <a:gdLst>
                <a:gd name="T0" fmla="*/ 72 w 937"/>
                <a:gd name="T1" fmla="*/ 0 h 374"/>
                <a:gd name="T2" fmla="*/ 0 w 937"/>
                <a:gd name="T3" fmla="*/ 373 h 374"/>
                <a:gd name="T4" fmla="*/ 936 w 937"/>
                <a:gd name="T5" fmla="*/ 0 h 374"/>
                <a:gd name="T6" fmla="*/ 72 w 937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7" h="374">
                  <a:moveTo>
                    <a:pt x="72" y="0"/>
                  </a:moveTo>
                  <a:lnTo>
                    <a:pt x="0" y="373"/>
                  </a:lnTo>
                  <a:lnTo>
                    <a:pt x="936" y="0"/>
                  </a:lnTo>
                  <a:lnTo>
                    <a:pt x="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5" name="Freeform 23"/>
            <p:cNvSpPr>
              <a:spLocks noChangeArrowheads="1"/>
            </p:cNvSpPr>
            <p:nvPr/>
          </p:nvSpPr>
          <p:spPr bwMode="auto">
            <a:xfrm>
              <a:off x="734484" y="-133574"/>
              <a:ext cx="621488" cy="369415"/>
            </a:xfrm>
            <a:custGeom>
              <a:avLst/>
              <a:gdLst>
                <a:gd name="T0" fmla="*/ 0 w 629"/>
                <a:gd name="T1" fmla="*/ 0 h 374"/>
                <a:gd name="T2" fmla="*/ 556 w 629"/>
                <a:gd name="T3" fmla="*/ 373 h 374"/>
                <a:gd name="T4" fmla="*/ 628 w 629"/>
                <a:gd name="T5" fmla="*/ 0 h 374"/>
                <a:gd name="T6" fmla="*/ 0 w 629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9" h="374">
                  <a:moveTo>
                    <a:pt x="0" y="0"/>
                  </a:moveTo>
                  <a:lnTo>
                    <a:pt x="556" y="373"/>
                  </a:lnTo>
                  <a:lnTo>
                    <a:pt x="62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6" name="Freeform 24"/>
            <p:cNvSpPr>
              <a:spLocks noChangeArrowheads="1"/>
            </p:cNvSpPr>
            <p:nvPr/>
          </p:nvSpPr>
          <p:spPr bwMode="auto">
            <a:xfrm>
              <a:off x="0" y="885559"/>
              <a:ext cx="447642" cy="2259950"/>
            </a:xfrm>
            <a:custGeom>
              <a:avLst/>
              <a:gdLst>
                <a:gd name="T0" fmla="*/ 0 w 453"/>
                <a:gd name="T1" fmla="*/ 2104 h 2292"/>
                <a:gd name="T2" fmla="*/ 452 w 453"/>
                <a:gd name="T3" fmla="*/ 2291 h 2292"/>
                <a:gd name="T4" fmla="*/ 0 w 453"/>
                <a:gd name="T5" fmla="*/ 0 h 2292"/>
                <a:gd name="T6" fmla="*/ 0 w 453"/>
                <a:gd name="T7" fmla="*/ 2104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292">
                  <a:moveTo>
                    <a:pt x="0" y="2104"/>
                  </a:moveTo>
                  <a:lnTo>
                    <a:pt x="452" y="2291"/>
                  </a:lnTo>
                  <a:lnTo>
                    <a:pt x="0" y="0"/>
                  </a:lnTo>
                  <a:lnTo>
                    <a:pt x="0" y="2104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7" name="Freeform 25"/>
            <p:cNvSpPr>
              <a:spLocks noChangeArrowheads="1"/>
            </p:cNvSpPr>
            <p:nvPr/>
          </p:nvSpPr>
          <p:spPr bwMode="auto">
            <a:xfrm>
              <a:off x="0" y="-156114"/>
              <a:ext cx="1286433" cy="3342117"/>
            </a:xfrm>
            <a:custGeom>
              <a:avLst/>
              <a:gdLst>
                <a:gd name="T0" fmla="*/ 0 w 1306"/>
                <a:gd name="T1" fmla="*/ 0 h 3393"/>
                <a:gd name="T2" fmla="*/ 0 w 1306"/>
                <a:gd name="T3" fmla="*/ 1101 h 3393"/>
                <a:gd name="T4" fmla="*/ 452 w 1306"/>
                <a:gd name="T5" fmla="*/ 3392 h 3393"/>
                <a:gd name="T6" fmla="*/ 1305 w 1306"/>
                <a:gd name="T7" fmla="*/ 373 h 3393"/>
                <a:gd name="T8" fmla="*/ 749 w 1306"/>
                <a:gd name="T9" fmla="*/ 0 h 3393"/>
                <a:gd name="T10" fmla="*/ 0 w 1306"/>
                <a:gd name="T11" fmla="*/ 0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6" h="3393">
                  <a:moveTo>
                    <a:pt x="0" y="0"/>
                  </a:moveTo>
                  <a:lnTo>
                    <a:pt x="0" y="1101"/>
                  </a:lnTo>
                  <a:lnTo>
                    <a:pt x="452" y="3392"/>
                  </a:lnTo>
                  <a:lnTo>
                    <a:pt x="1305" y="373"/>
                  </a:lnTo>
                  <a:lnTo>
                    <a:pt x="749" y="0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8" name="Freeform 26"/>
            <p:cNvSpPr>
              <a:spLocks noChangeArrowheads="1"/>
            </p:cNvSpPr>
            <p:nvPr/>
          </p:nvSpPr>
          <p:spPr bwMode="auto">
            <a:xfrm>
              <a:off x="8462804" y="1591817"/>
              <a:ext cx="6988462" cy="1786231"/>
            </a:xfrm>
            <a:custGeom>
              <a:avLst/>
              <a:gdLst>
                <a:gd name="T0" fmla="*/ 7092 w 7093"/>
                <a:gd name="T1" fmla="*/ 1811 h 1812"/>
                <a:gd name="T2" fmla="*/ 0 w 7093"/>
                <a:gd name="T3" fmla="*/ 728 h 1812"/>
                <a:gd name="T4" fmla="*/ 2685 w 7093"/>
                <a:gd name="T5" fmla="*/ 0 h 1812"/>
                <a:gd name="T6" fmla="*/ 7092 w 7093"/>
                <a:gd name="T7" fmla="*/ 1811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3" h="1812">
                  <a:moveTo>
                    <a:pt x="7092" y="1811"/>
                  </a:moveTo>
                  <a:lnTo>
                    <a:pt x="0" y="728"/>
                  </a:lnTo>
                  <a:lnTo>
                    <a:pt x="2685" y="0"/>
                  </a:lnTo>
                  <a:lnTo>
                    <a:pt x="7092" y="1811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9" name="Freeform 12"/>
            <p:cNvSpPr>
              <a:spLocks noChangeArrowheads="1"/>
            </p:cNvSpPr>
            <p:nvPr/>
          </p:nvSpPr>
          <p:spPr bwMode="auto">
            <a:xfrm>
              <a:off x="9776123" y="-125128"/>
              <a:ext cx="2307757" cy="1734076"/>
            </a:xfrm>
            <a:custGeom>
              <a:avLst/>
              <a:gdLst>
                <a:gd name="T0" fmla="*/ 373 w 2343"/>
                <a:gd name="T1" fmla="*/ 0 h 1761"/>
                <a:gd name="T2" fmla="*/ 0 w 2343"/>
                <a:gd name="T3" fmla="*/ 197 h 1761"/>
                <a:gd name="T4" fmla="*/ 1377 w 2343"/>
                <a:gd name="T5" fmla="*/ 1760 h 1761"/>
                <a:gd name="T6" fmla="*/ 2342 w 2343"/>
                <a:gd name="T7" fmla="*/ 0 h 1761"/>
                <a:gd name="T8" fmla="*/ 373 w 2343"/>
                <a:gd name="T9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3" h="1761">
                  <a:moveTo>
                    <a:pt x="373" y="0"/>
                  </a:moveTo>
                  <a:lnTo>
                    <a:pt x="0" y="197"/>
                  </a:lnTo>
                  <a:lnTo>
                    <a:pt x="1377" y="1760"/>
                  </a:lnTo>
                  <a:lnTo>
                    <a:pt x="2342" y="0"/>
                  </a:lnTo>
                  <a:lnTo>
                    <a:pt x="373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5679538"/>
      </p:ext>
    </p:extLst>
  </p:cSld>
  <p:clrMapOvr>
    <a:masterClrMapping/>
  </p:clrMapOvr>
  <p:transition advClick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tive Brea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13905214" y="1952727"/>
            <a:ext cx="8420998" cy="8420998"/>
          </a:xfrm>
          <a:custGeom>
            <a:avLst/>
            <a:gdLst>
              <a:gd name="connsiteX0" fmla="*/ 1794805 w 3589610"/>
              <a:gd name="connsiteY0" fmla="*/ 0 h 3589610"/>
              <a:gd name="connsiteX1" fmla="*/ 3589610 w 3589610"/>
              <a:gd name="connsiteY1" fmla="*/ 1794805 h 3589610"/>
              <a:gd name="connsiteX2" fmla="*/ 1794805 w 3589610"/>
              <a:gd name="connsiteY2" fmla="*/ 3589610 h 3589610"/>
              <a:gd name="connsiteX3" fmla="*/ 0 w 3589610"/>
              <a:gd name="connsiteY3" fmla="*/ 1794805 h 3589610"/>
              <a:gd name="connsiteX4" fmla="*/ 1794805 w 3589610"/>
              <a:gd name="connsiteY4" fmla="*/ 0 h 3589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89610" h="3589610">
                <a:moveTo>
                  <a:pt x="1794805" y="0"/>
                </a:moveTo>
                <a:cubicBezTo>
                  <a:pt x="2786048" y="0"/>
                  <a:pt x="3589610" y="803562"/>
                  <a:pt x="3589610" y="1794805"/>
                </a:cubicBezTo>
                <a:cubicBezTo>
                  <a:pt x="3589610" y="2786048"/>
                  <a:pt x="2786048" y="3589610"/>
                  <a:pt x="1794805" y="3589610"/>
                </a:cubicBezTo>
                <a:cubicBezTo>
                  <a:pt x="803562" y="3589610"/>
                  <a:pt x="0" y="2786048"/>
                  <a:pt x="0" y="1794805"/>
                </a:cubicBezTo>
                <a:cubicBezTo>
                  <a:pt x="0" y="803562"/>
                  <a:pt x="803562" y="0"/>
                  <a:pt x="179480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 sz="2399" b="0" i="0">
                <a:ln>
                  <a:noFill/>
                </a:ln>
                <a:solidFill>
                  <a:schemeClr val="tx2"/>
                </a:solidFill>
                <a:latin typeface="Nunito Light" charset="0"/>
                <a:ea typeface="Nunito Light" charset="0"/>
                <a:cs typeface="Nunito Light" charset="0"/>
              </a:defRPr>
            </a:lvl1pPr>
          </a:lstStyle>
          <a:p>
            <a:endParaRPr lang="en-US" dirty="0"/>
          </a:p>
        </p:txBody>
      </p:sp>
      <p:grpSp>
        <p:nvGrpSpPr>
          <p:cNvPr id="5" name="Group 4"/>
          <p:cNvGrpSpPr/>
          <p:nvPr userDrawn="1"/>
        </p:nvGrpSpPr>
        <p:grpSpPr>
          <a:xfrm rot="10800000">
            <a:off x="-23443" y="10974737"/>
            <a:ext cx="24535153" cy="4304370"/>
            <a:chOff x="0" y="-156114"/>
            <a:chExt cx="24535152" cy="4304369"/>
          </a:xfrm>
        </p:grpSpPr>
        <p:sp>
          <p:nvSpPr>
            <p:cNvPr id="6" name="Freeform 5"/>
            <p:cNvSpPr>
              <a:spLocks noChangeArrowheads="1"/>
            </p:cNvSpPr>
            <p:nvPr/>
          </p:nvSpPr>
          <p:spPr bwMode="auto">
            <a:xfrm>
              <a:off x="23378291" y="2431564"/>
              <a:ext cx="1134322" cy="1716691"/>
            </a:xfrm>
            <a:custGeom>
              <a:avLst/>
              <a:gdLst>
                <a:gd name="T0" fmla="*/ 0 w 1152"/>
                <a:gd name="T1" fmla="*/ 1739 h 1740"/>
                <a:gd name="T2" fmla="*/ 1151 w 1152"/>
                <a:gd name="T3" fmla="*/ 918 h 1740"/>
                <a:gd name="T4" fmla="*/ 1151 w 1152"/>
                <a:gd name="T5" fmla="*/ 0 h 1740"/>
                <a:gd name="T6" fmla="*/ 0 w 1152"/>
                <a:gd name="T7" fmla="*/ 1739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1740">
                  <a:moveTo>
                    <a:pt x="0" y="1739"/>
                  </a:moveTo>
                  <a:lnTo>
                    <a:pt x="1151" y="918"/>
                  </a:lnTo>
                  <a:lnTo>
                    <a:pt x="1151" y="0"/>
                  </a:lnTo>
                  <a:lnTo>
                    <a:pt x="0" y="1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7" name="Freeform 6"/>
            <p:cNvSpPr>
              <a:spLocks noChangeArrowheads="1"/>
            </p:cNvSpPr>
            <p:nvPr/>
          </p:nvSpPr>
          <p:spPr bwMode="auto">
            <a:xfrm>
              <a:off x="23079221" y="-88970"/>
              <a:ext cx="1455931" cy="4233061"/>
            </a:xfrm>
            <a:custGeom>
              <a:avLst/>
              <a:gdLst>
                <a:gd name="T0" fmla="*/ 0 w 1479"/>
                <a:gd name="T1" fmla="*/ 0 h 4296"/>
                <a:gd name="T2" fmla="*/ 327 w 1479"/>
                <a:gd name="T3" fmla="*/ 4295 h 4296"/>
                <a:gd name="T4" fmla="*/ 1478 w 1479"/>
                <a:gd name="T5" fmla="*/ 2556 h 4296"/>
                <a:gd name="T6" fmla="*/ 1478 w 1479"/>
                <a:gd name="T7" fmla="*/ 0 h 4296"/>
                <a:gd name="T8" fmla="*/ 0 w 147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9" h="4296">
                  <a:moveTo>
                    <a:pt x="0" y="0"/>
                  </a:moveTo>
                  <a:lnTo>
                    <a:pt x="327" y="4295"/>
                  </a:lnTo>
                  <a:lnTo>
                    <a:pt x="1478" y="2556"/>
                  </a:lnTo>
                  <a:lnTo>
                    <a:pt x="147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8" name="Freeform 7"/>
            <p:cNvSpPr>
              <a:spLocks noChangeArrowheads="1"/>
            </p:cNvSpPr>
            <p:nvPr/>
          </p:nvSpPr>
          <p:spPr bwMode="auto">
            <a:xfrm>
              <a:off x="20776620" y="-88970"/>
              <a:ext cx="2646748" cy="4233061"/>
            </a:xfrm>
            <a:custGeom>
              <a:avLst/>
              <a:gdLst>
                <a:gd name="T0" fmla="*/ 0 w 2687"/>
                <a:gd name="T1" fmla="*/ 0 h 4296"/>
                <a:gd name="T2" fmla="*/ 2686 w 2687"/>
                <a:gd name="T3" fmla="*/ 4295 h 4296"/>
                <a:gd name="T4" fmla="*/ 2359 w 2687"/>
                <a:gd name="T5" fmla="*/ 0 h 4296"/>
                <a:gd name="T6" fmla="*/ 0 w 2687"/>
                <a:gd name="T7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7" h="4296">
                  <a:moveTo>
                    <a:pt x="0" y="0"/>
                  </a:moveTo>
                  <a:lnTo>
                    <a:pt x="2686" y="4295"/>
                  </a:lnTo>
                  <a:lnTo>
                    <a:pt x="235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9" name="Freeform 8"/>
            <p:cNvSpPr>
              <a:spLocks noChangeArrowheads="1"/>
            </p:cNvSpPr>
            <p:nvPr/>
          </p:nvSpPr>
          <p:spPr bwMode="auto">
            <a:xfrm>
              <a:off x="20420243" y="-88970"/>
              <a:ext cx="3003125" cy="4233061"/>
            </a:xfrm>
            <a:custGeom>
              <a:avLst/>
              <a:gdLst>
                <a:gd name="T0" fmla="*/ 0 w 3049"/>
                <a:gd name="T1" fmla="*/ 0 h 4296"/>
                <a:gd name="T2" fmla="*/ 43 w 3049"/>
                <a:gd name="T3" fmla="*/ 3187 h 4296"/>
                <a:gd name="T4" fmla="*/ 3048 w 3049"/>
                <a:gd name="T5" fmla="*/ 4295 h 4296"/>
                <a:gd name="T6" fmla="*/ 362 w 3049"/>
                <a:gd name="T7" fmla="*/ 0 h 4296"/>
                <a:gd name="T8" fmla="*/ 0 w 304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9" h="4296">
                  <a:moveTo>
                    <a:pt x="0" y="0"/>
                  </a:moveTo>
                  <a:lnTo>
                    <a:pt x="43" y="3187"/>
                  </a:lnTo>
                  <a:lnTo>
                    <a:pt x="3048" y="4295"/>
                  </a:lnTo>
                  <a:lnTo>
                    <a:pt x="362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17677877" y="-88971"/>
              <a:ext cx="2785824" cy="3142198"/>
            </a:xfrm>
            <a:custGeom>
              <a:avLst/>
              <a:gdLst>
                <a:gd name="T0" fmla="*/ 2126 w 2826"/>
                <a:gd name="T1" fmla="*/ 0 h 3188"/>
                <a:gd name="T2" fmla="*/ 0 w 2826"/>
                <a:gd name="T3" fmla="*/ 1954 h 3188"/>
                <a:gd name="T4" fmla="*/ 2825 w 2826"/>
                <a:gd name="T5" fmla="*/ 3187 h 3188"/>
                <a:gd name="T6" fmla="*/ 2782 w 2826"/>
                <a:gd name="T7" fmla="*/ 0 h 3188"/>
                <a:gd name="T8" fmla="*/ 2126 w 2826"/>
                <a:gd name="T9" fmla="*/ 0 h 3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6" h="3188">
                  <a:moveTo>
                    <a:pt x="2126" y="0"/>
                  </a:moveTo>
                  <a:lnTo>
                    <a:pt x="0" y="1954"/>
                  </a:lnTo>
                  <a:lnTo>
                    <a:pt x="2825" y="3187"/>
                  </a:lnTo>
                  <a:lnTo>
                    <a:pt x="2782" y="0"/>
                  </a:lnTo>
                  <a:lnTo>
                    <a:pt x="212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17608342" y="-88971"/>
              <a:ext cx="2168684" cy="1925303"/>
            </a:xfrm>
            <a:custGeom>
              <a:avLst/>
              <a:gdLst>
                <a:gd name="T0" fmla="*/ 0 w 2199"/>
                <a:gd name="T1" fmla="*/ 0 h 1955"/>
                <a:gd name="T2" fmla="*/ 72 w 2199"/>
                <a:gd name="T3" fmla="*/ 1954 h 1955"/>
                <a:gd name="T4" fmla="*/ 2198 w 2199"/>
                <a:gd name="T5" fmla="*/ 0 h 1955"/>
                <a:gd name="T6" fmla="*/ 0 w 2199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9" h="1955">
                  <a:moveTo>
                    <a:pt x="0" y="0"/>
                  </a:moveTo>
                  <a:lnTo>
                    <a:pt x="72" y="1954"/>
                  </a:lnTo>
                  <a:lnTo>
                    <a:pt x="219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14888518" y="-88734"/>
              <a:ext cx="2811899" cy="1925303"/>
            </a:xfrm>
            <a:custGeom>
              <a:avLst/>
              <a:gdLst>
                <a:gd name="T0" fmla="*/ 0 w 2852"/>
                <a:gd name="T1" fmla="*/ 0 h 1955"/>
                <a:gd name="T2" fmla="*/ 2851 w 2852"/>
                <a:gd name="T3" fmla="*/ 1954 h 1955"/>
                <a:gd name="T4" fmla="*/ 2779 w 2852"/>
                <a:gd name="T5" fmla="*/ 0 h 1955"/>
                <a:gd name="T6" fmla="*/ 0 w 2852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52" h="1955">
                  <a:moveTo>
                    <a:pt x="0" y="0"/>
                  </a:moveTo>
                  <a:lnTo>
                    <a:pt x="2851" y="1954"/>
                  </a:lnTo>
                  <a:lnTo>
                    <a:pt x="277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3" name="Freeform 12"/>
            <p:cNvSpPr>
              <a:spLocks noChangeArrowheads="1"/>
            </p:cNvSpPr>
            <p:nvPr/>
          </p:nvSpPr>
          <p:spPr bwMode="auto">
            <a:xfrm>
              <a:off x="13589856" y="-88970"/>
              <a:ext cx="4137447" cy="3520308"/>
            </a:xfrm>
            <a:custGeom>
              <a:avLst/>
              <a:gdLst>
                <a:gd name="T0" fmla="*/ 0 w 4196"/>
                <a:gd name="T1" fmla="*/ 0 h 3572"/>
                <a:gd name="T2" fmla="*/ 1886 w 4196"/>
                <a:gd name="T3" fmla="*/ 3571 h 3572"/>
                <a:gd name="T4" fmla="*/ 4195 w 4196"/>
                <a:gd name="T5" fmla="*/ 1954 h 3572"/>
                <a:gd name="T6" fmla="*/ 1344 w 4196"/>
                <a:gd name="T7" fmla="*/ 0 h 3572"/>
                <a:gd name="T8" fmla="*/ 0 w 4196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6" h="3572">
                  <a:moveTo>
                    <a:pt x="0" y="0"/>
                  </a:moveTo>
                  <a:lnTo>
                    <a:pt x="1886" y="3571"/>
                  </a:lnTo>
                  <a:lnTo>
                    <a:pt x="4195" y="1954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4" name="Freeform 13"/>
            <p:cNvSpPr>
              <a:spLocks noChangeArrowheads="1"/>
            </p:cNvSpPr>
            <p:nvPr/>
          </p:nvSpPr>
          <p:spPr bwMode="auto">
            <a:xfrm>
              <a:off x="11104147" y="-111272"/>
              <a:ext cx="4346058" cy="3520308"/>
            </a:xfrm>
            <a:custGeom>
              <a:avLst/>
              <a:gdLst>
                <a:gd name="T0" fmla="*/ 965 w 4408"/>
                <a:gd name="T1" fmla="*/ 0 h 3572"/>
                <a:gd name="T2" fmla="*/ 0 w 4408"/>
                <a:gd name="T3" fmla="*/ 1760 h 3572"/>
                <a:gd name="T4" fmla="*/ 4407 w 4408"/>
                <a:gd name="T5" fmla="*/ 3571 h 3572"/>
                <a:gd name="T6" fmla="*/ 2521 w 4408"/>
                <a:gd name="T7" fmla="*/ 0 h 3572"/>
                <a:gd name="T8" fmla="*/ 965 w 4408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8" h="3572">
                  <a:moveTo>
                    <a:pt x="965" y="0"/>
                  </a:moveTo>
                  <a:lnTo>
                    <a:pt x="0" y="1760"/>
                  </a:lnTo>
                  <a:lnTo>
                    <a:pt x="4407" y="3571"/>
                  </a:lnTo>
                  <a:lnTo>
                    <a:pt x="2521" y="0"/>
                  </a:lnTo>
                  <a:lnTo>
                    <a:pt x="96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5" name="Freeform 14"/>
            <p:cNvSpPr>
              <a:spLocks noChangeArrowheads="1"/>
            </p:cNvSpPr>
            <p:nvPr/>
          </p:nvSpPr>
          <p:spPr bwMode="auto">
            <a:xfrm>
              <a:off x="9793019" y="-88970"/>
              <a:ext cx="369415" cy="195571"/>
            </a:xfrm>
            <a:custGeom>
              <a:avLst/>
              <a:gdLst>
                <a:gd name="T0" fmla="*/ 112 w 374"/>
                <a:gd name="T1" fmla="*/ 0 h 198"/>
                <a:gd name="T2" fmla="*/ 0 w 374"/>
                <a:gd name="T3" fmla="*/ 197 h 198"/>
                <a:gd name="T4" fmla="*/ 373 w 374"/>
                <a:gd name="T5" fmla="*/ 0 h 198"/>
                <a:gd name="T6" fmla="*/ 112 w 374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4" h="198">
                  <a:moveTo>
                    <a:pt x="112" y="0"/>
                  </a:moveTo>
                  <a:lnTo>
                    <a:pt x="0" y="197"/>
                  </a:lnTo>
                  <a:lnTo>
                    <a:pt x="373" y="0"/>
                  </a:lnTo>
                  <a:lnTo>
                    <a:pt x="112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6" name="Freeform 13"/>
            <p:cNvSpPr>
              <a:spLocks noChangeArrowheads="1"/>
            </p:cNvSpPr>
            <p:nvPr/>
          </p:nvSpPr>
          <p:spPr bwMode="auto">
            <a:xfrm>
              <a:off x="9698211" y="-88970"/>
              <a:ext cx="225996" cy="195571"/>
            </a:xfrm>
            <a:custGeom>
              <a:avLst/>
              <a:gdLst>
                <a:gd name="T0" fmla="*/ 0 w 231"/>
                <a:gd name="T1" fmla="*/ 0 h 198"/>
                <a:gd name="T2" fmla="*/ 118 w 231"/>
                <a:gd name="T3" fmla="*/ 197 h 198"/>
                <a:gd name="T4" fmla="*/ 230 w 231"/>
                <a:gd name="T5" fmla="*/ 0 h 198"/>
                <a:gd name="T6" fmla="*/ 0 w 231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98">
                  <a:moveTo>
                    <a:pt x="0" y="0"/>
                  </a:moveTo>
                  <a:lnTo>
                    <a:pt x="118" y="197"/>
                  </a:lnTo>
                  <a:lnTo>
                    <a:pt x="230" y="0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7" name="Freeform 14"/>
            <p:cNvSpPr>
              <a:spLocks noChangeArrowheads="1"/>
            </p:cNvSpPr>
            <p:nvPr/>
          </p:nvSpPr>
          <p:spPr bwMode="auto">
            <a:xfrm>
              <a:off x="8502000" y="61758"/>
              <a:ext cx="2646751" cy="2259950"/>
            </a:xfrm>
            <a:custGeom>
              <a:avLst/>
              <a:gdLst>
                <a:gd name="T0" fmla="*/ 2685 w 2686"/>
                <a:gd name="T1" fmla="*/ 1563 h 2292"/>
                <a:gd name="T2" fmla="*/ 1308 w 2686"/>
                <a:gd name="T3" fmla="*/ 0 h 2292"/>
                <a:gd name="T4" fmla="*/ 0 w 2686"/>
                <a:gd name="T5" fmla="*/ 2291 h 2292"/>
                <a:gd name="T6" fmla="*/ 2685 w 2686"/>
                <a:gd name="T7" fmla="*/ 1563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6" h="2292">
                  <a:moveTo>
                    <a:pt x="2685" y="1563"/>
                  </a:moveTo>
                  <a:lnTo>
                    <a:pt x="1308" y="0"/>
                  </a:lnTo>
                  <a:lnTo>
                    <a:pt x="0" y="2291"/>
                  </a:lnTo>
                  <a:lnTo>
                    <a:pt x="2685" y="15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8" name="Freeform 15"/>
            <p:cNvSpPr>
              <a:spLocks noChangeArrowheads="1"/>
            </p:cNvSpPr>
            <p:nvPr/>
          </p:nvSpPr>
          <p:spPr bwMode="auto">
            <a:xfrm>
              <a:off x="6821130" y="61996"/>
              <a:ext cx="2985743" cy="2259950"/>
            </a:xfrm>
            <a:custGeom>
              <a:avLst/>
              <a:gdLst>
                <a:gd name="T0" fmla="*/ 3029 w 3030"/>
                <a:gd name="T1" fmla="*/ 0 h 2292"/>
                <a:gd name="T2" fmla="*/ 0 w 3030"/>
                <a:gd name="T3" fmla="*/ 624 h 2292"/>
                <a:gd name="T4" fmla="*/ 1721 w 3030"/>
                <a:gd name="T5" fmla="*/ 2291 h 2292"/>
                <a:gd name="T6" fmla="*/ 3029 w 3030"/>
                <a:gd name="T7" fmla="*/ 0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0" h="2292">
                  <a:moveTo>
                    <a:pt x="3029" y="0"/>
                  </a:moveTo>
                  <a:lnTo>
                    <a:pt x="0" y="624"/>
                  </a:lnTo>
                  <a:lnTo>
                    <a:pt x="1721" y="2291"/>
                  </a:lnTo>
                  <a:lnTo>
                    <a:pt x="3029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19" name="Freeform 16"/>
            <p:cNvSpPr>
              <a:spLocks noChangeArrowheads="1"/>
            </p:cNvSpPr>
            <p:nvPr/>
          </p:nvSpPr>
          <p:spPr bwMode="auto">
            <a:xfrm>
              <a:off x="6829814" y="-88970"/>
              <a:ext cx="2985743" cy="808366"/>
            </a:xfrm>
            <a:custGeom>
              <a:avLst/>
              <a:gdLst>
                <a:gd name="T0" fmla="*/ 61 w 3030"/>
                <a:gd name="T1" fmla="*/ 0 h 822"/>
                <a:gd name="T2" fmla="*/ 0 w 3030"/>
                <a:gd name="T3" fmla="*/ 821 h 822"/>
                <a:gd name="T4" fmla="*/ 3029 w 3030"/>
                <a:gd name="T5" fmla="*/ 197 h 822"/>
                <a:gd name="T6" fmla="*/ 2911 w 3030"/>
                <a:gd name="T7" fmla="*/ 0 h 822"/>
                <a:gd name="T8" fmla="*/ 61 w 3030"/>
                <a:gd name="T9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0" h="822">
                  <a:moveTo>
                    <a:pt x="61" y="0"/>
                  </a:moveTo>
                  <a:lnTo>
                    <a:pt x="0" y="821"/>
                  </a:lnTo>
                  <a:lnTo>
                    <a:pt x="3029" y="197"/>
                  </a:lnTo>
                  <a:lnTo>
                    <a:pt x="2911" y="0"/>
                  </a:lnTo>
                  <a:lnTo>
                    <a:pt x="61" y="0"/>
                  </a:ln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0" name="Freeform 17"/>
            <p:cNvSpPr>
              <a:spLocks noChangeArrowheads="1"/>
            </p:cNvSpPr>
            <p:nvPr/>
          </p:nvSpPr>
          <p:spPr bwMode="auto">
            <a:xfrm>
              <a:off x="5975275" y="-88970"/>
              <a:ext cx="943094" cy="808366"/>
            </a:xfrm>
            <a:custGeom>
              <a:avLst/>
              <a:gdLst>
                <a:gd name="T0" fmla="*/ 0 w 955"/>
                <a:gd name="T1" fmla="*/ 0 h 822"/>
                <a:gd name="T2" fmla="*/ 893 w 955"/>
                <a:gd name="T3" fmla="*/ 821 h 822"/>
                <a:gd name="T4" fmla="*/ 954 w 955"/>
                <a:gd name="T5" fmla="*/ 0 h 822"/>
                <a:gd name="T6" fmla="*/ 0 w 955"/>
                <a:gd name="T7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5" h="822">
                  <a:moveTo>
                    <a:pt x="0" y="0"/>
                  </a:moveTo>
                  <a:lnTo>
                    <a:pt x="893" y="821"/>
                  </a:ln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1" name="Freeform 18"/>
            <p:cNvSpPr>
              <a:spLocks noChangeArrowheads="1"/>
            </p:cNvSpPr>
            <p:nvPr/>
          </p:nvSpPr>
          <p:spPr bwMode="auto">
            <a:xfrm>
              <a:off x="5608571" y="674793"/>
              <a:ext cx="2916204" cy="1642810"/>
            </a:xfrm>
            <a:custGeom>
              <a:avLst/>
              <a:gdLst>
                <a:gd name="T0" fmla="*/ 2958 w 2959"/>
                <a:gd name="T1" fmla="*/ 1667 h 1668"/>
                <a:gd name="T2" fmla="*/ 1237 w 2959"/>
                <a:gd name="T3" fmla="*/ 0 h 1668"/>
                <a:gd name="T4" fmla="*/ 0 w 2959"/>
                <a:gd name="T5" fmla="*/ 1323 h 1668"/>
                <a:gd name="T6" fmla="*/ 2958 w 2959"/>
                <a:gd name="T7" fmla="*/ 1667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59" h="1668">
                  <a:moveTo>
                    <a:pt x="2958" y="1667"/>
                  </a:moveTo>
                  <a:lnTo>
                    <a:pt x="1237" y="0"/>
                  </a:lnTo>
                  <a:lnTo>
                    <a:pt x="0" y="1323"/>
                  </a:lnTo>
                  <a:lnTo>
                    <a:pt x="2958" y="166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2" name="Freeform 19"/>
            <p:cNvSpPr>
              <a:spLocks noChangeArrowheads="1"/>
            </p:cNvSpPr>
            <p:nvPr/>
          </p:nvSpPr>
          <p:spPr bwMode="auto">
            <a:xfrm>
              <a:off x="5092201" y="-155877"/>
              <a:ext cx="1760153" cy="2112184"/>
            </a:xfrm>
            <a:custGeom>
              <a:avLst/>
              <a:gdLst>
                <a:gd name="T0" fmla="*/ 0 w 1787"/>
                <a:gd name="T1" fmla="*/ 0 h 2145"/>
                <a:gd name="T2" fmla="*/ 549 w 1787"/>
                <a:gd name="T3" fmla="*/ 2144 h 2145"/>
                <a:gd name="T4" fmla="*/ 1786 w 1787"/>
                <a:gd name="T5" fmla="*/ 821 h 2145"/>
                <a:gd name="T6" fmla="*/ 893 w 1787"/>
                <a:gd name="T7" fmla="*/ 0 h 2145"/>
                <a:gd name="T8" fmla="*/ 0 w 1787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7" h="2145">
                  <a:moveTo>
                    <a:pt x="0" y="0"/>
                  </a:moveTo>
                  <a:lnTo>
                    <a:pt x="549" y="2144"/>
                  </a:lnTo>
                  <a:lnTo>
                    <a:pt x="1786" y="821"/>
                  </a:lnTo>
                  <a:lnTo>
                    <a:pt x="893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3" name="Freeform 20"/>
            <p:cNvSpPr>
              <a:spLocks noChangeArrowheads="1"/>
            </p:cNvSpPr>
            <p:nvPr/>
          </p:nvSpPr>
          <p:spPr bwMode="auto">
            <a:xfrm>
              <a:off x="443059" y="190760"/>
              <a:ext cx="5232654" cy="2977052"/>
            </a:xfrm>
            <a:custGeom>
              <a:avLst/>
              <a:gdLst>
                <a:gd name="T0" fmla="*/ 5310 w 5311"/>
                <a:gd name="T1" fmla="*/ 1771 h 3020"/>
                <a:gd name="T2" fmla="*/ 853 w 5311"/>
                <a:gd name="T3" fmla="*/ 0 h 3020"/>
                <a:gd name="T4" fmla="*/ 0 w 5311"/>
                <a:gd name="T5" fmla="*/ 3019 h 3020"/>
                <a:gd name="T6" fmla="*/ 5310 w 5311"/>
                <a:gd name="T7" fmla="*/ 1771 h 3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11" h="3020">
                  <a:moveTo>
                    <a:pt x="5310" y="1771"/>
                  </a:moveTo>
                  <a:lnTo>
                    <a:pt x="853" y="0"/>
                  </a:lnTo>
                  <a:lnTo>
                    <a:pt x="0" y="3019"/>
                  </a:lnTo>
                  <a:lnTo>
                    <a:pt x="5310" y="1771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4" name="Freeform 21"/>
            <p:cNvSpPr>
              <a:spLocks noChangeArrowheads="1"/>
            </p:cNvSpPr>
            <p:nvPr/>
          </p:nvSpPr>
          <p:spPr bwMode="auto">
            <a:xfrm>
              <a:off x="1264131" y="-156113"/>
              <a:ext cx="4393864" cy="2112184"/>
            </a:xfrm>
            <a:custGeom>
              <a:avLst/>
              <a:gdLst>
                <a:gd name="T0" fmla="*/ 936 w 4458"/>
                <a:gd name="T1" fmla="*/ 0 h 2145"/>
                <a:gd name="T2" fmla="*/ 0 w 4458"/>
                <a:gd name="T3" fmla="*/ 373 h 2145"/>
                <a:gd name="T4" fmla="*/ 4457 w 4458"/>
                <a:gd name="T5" fmla="*/ 2144 h 2145"/>
                <a:gd name="T6" fmla="*/ 3908 w 4458"/>
                <a:gd name="T7" fmla="*/ 0 h 2145"/>
                <a:gd name="T8" fmla="*/ 936 w 4458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8" h="2145">
                  <a:moveTo>
                    <a:pt x="936" y="0"/>
                  </a:moveTo>
                  <a:lnTo>
                    <a:pt x="0" y="373"/>
                  </a:lnTo>
                  <a:lnTo>
                    <a:pt x="4457" y="2144"/>
                  </a:lnTo>
                  <a:lnTo>
                    <a:pt x="3908" y="0"/>
                  </a:lnTo>
                  <a:lnTo>
                    <a:pt x="936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5" name="Freeform 22"/>
            <p:cNvSpPr>
              <a:spLocks noChangeArrowheads="1"/>
            </p:cNvSpPr>
            <p:nvPr/>
          </p:nvSpPr>
          <p:spPr bwMode="auto">
            <a:xfrm>
              <a:off x="1264131" y="-133574"/>
              <a:ext cx="921364" cy="369415"/>
            </a:xfrm>
            <a:custGeom>
              <a:avLst/>
              <a:gdLst>
                <a:gd name="T0" fmla="*/ 72 w 937"/>
                <a:gd name="T1" fmla="*/ 0 h 374"/>
                <a:gd name="T2" fmla="*/ 0 w 937"/>
                <a:gd name="T3" fmla="*/ 373 h 374"/>
                <a:gd name="T4" fmla="*/ 936 w 937"/>
                <a:gd name="T5" fmla="*/ 0 h 374"/>
                <a:gd name="T6" fmla="*/ 72 w 937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7" h="374">
                  <a:moveTo>
                    <a:pt x="72" y="0"/>
                  </a:moveTo>
                  <a:lnTo>
                    <a:pt x="0" y="373"/>
                  </a:lnTo>
                  <a:lnTo>
                    <a:pt x="936" y="0"/>
                  </a:lnTo>
                  <a:lnTo>
                    <a:pt x="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6" name="Freeform 23"/>
            <p:cNvSpPr>
              <a:spLocks noChangeArrowheads="1"/>
            </p:cNvSpPr>
            <p:nvPr/>
          </p:nvSpPr>
          <p:spPr bwMode="auto">
            <a:xfrm>
              <a:off x="734484" y="-133574"/>
              <a:ext cx="621488" cy="369415"/>
            </a:xfrm>
            <a:custGeom>
              <a:avLst/>
              <a:gdLst>
                <a:gd name="T0" fmla="*/ 0 w 629"/>
                <a:gd name="T1" fmla="*/ 0 h 374"/>
                <a:gd name="T2" fmla="*/ 556 w 629"/>
                <a:gd name="T3" fmla="*/ 373 h 374"/>
                <a:gd name="T4" fmla="*/ 628 w 629"/>
                <a:gd name="T5" fmla="*/ 0 h 374"/>
                <a:gd name="T6" fmla="*/ 0 w 629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9" h="374">
                  <a:moveTo>
                    <a:pt x="0" y="0"/>
                  </a:moveTo>
                  <a:lnTo>
                    <a:pt x="556" y="373"/>
                  </a:lnTo>
                  <a:lnTo>
                    <a:pt x="62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7" name="Freeform 24"/>
            <p:cNvSpPr>
              <a:spLocks noChangeArrowheads="1"/>
            </p:cNvSpPr>
            <p:nvPr/>
          </p:nvSpPr>
          <p:spPr bwMode="auto">
            <a:xfrm>
              <a:off x="0" y="885559"/>
              <a:ext cx="447642" cy="2259950"/>
            </a:xfrm>
            <a:custGeom>
              <a:avLst/>
              <a:gdLst>
                <a:gd name="T0" fmla="*/ 0 w 453"/>
                <a:gd name="T1" fmla="*/ 2104 h 2292"/>
                <a:gd name="T2" fmla="*/ 452 w 453"/>
                <a:gd name="T3" fmla="*/ 2291 h 2292"/>
                <a:gd name="T4" fmla="*/ 0 w 453"/>
                <a:gd name="T5" fmla="*/ 0 h 2292"/>
                <a:gd name="T6" fmla="*/ 0 w 453"/>
                <a:gd name="T7" fmla="*/ 2104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292">
                  <a:moveTo>
                    <a:pt x="0" y="2104"/>
                  </a:moveTo>
                  <a:lnTo>
                    <a:pt x="452" y="2291"/>
                  </a:lnTo>
                  <a:lnTo>
                    <a:pt x="0" y="0"/>
                  </a:lnTo>
                  <a:lnTo>
                    <a:pt x="0" y="2104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8" name="Freeform 25"/>
            <p:cNvSpPr>
              <a:spLocks noChangeArrowheads="1"/>
            </p:cNvSpPr>
            <p:nvPr/>
          </p:nvSpPr>
          <p:spPr bwMode="auto">
            <a:xfrm>
              <a:off x="0" y="-156114"/>
              <a:ext cx="1286433" cy="3342117"/>
            </a:xfrm>
            <a:custGeom>
              <a:avLst/>
              <a:gdLst>
                <a:gd name="T0" fmla="*/ 0 w 1306"/>
                <a:gd name="T1" fmla="*/ 0 h 3393"/>
                <a:gd name="T2" fmla="*/ 0 w 1306"/>
                <a:gd name="T3" fmla="*/ 1101 h 3393"/>
                <a:gd name="T4" fmla="*/ 452 w 1306"/>
                <a:gd name="T5" fmla="*/ 3392 h 3393"/>
                <a:gd name="T6" fmla="*/ 1305 w 1306"/>
                <a:gd name="T7" fmla="*/ 373 h 3393"/>
                <a:gd name="T8" fmla="*/ 749 w 1306"/>
                <a:gd name="T9" fmla="*/ 0 h 3393"/>
                <a:gd name="T10" fmla="*/ 0 w 1306"/>
                <a:gd name="T11" fmla="*/ 0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6" h="3393">
                  <a:moveTo>
                    <a:pt x="0" y="0"/>
                  </a:moveTo>
                  <a:lnTo>
                    <a:pt x="0" y="1101"/>
                  </a:lnTo>
                  <a:lnTo>
                    <a:pt x="452" y="3392"/>
                  </a:lnTo>
                  <a:lnTo>
                    <a:pt x="1305" y="373"/>
                  </a:lnTo>
                  <a:lnTo>
                    <a:pt x="749" y="0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29" name="Freeform 26"/>
            <p:cNvSpPr>
              <a:spLocks noChangeArrowheads="1"/>
            </p:cNvSpPr>
            <p:nvPr/>
          </p:nvSpPr>
          <p:spPr bwMode="auto">
            <a:xfrm>
              <a:off x="8462804" y="1591817"/>
              <a:ext cx="6988462" cy="1786231"/>
            </a:xfrm>
            <a:custGeom>
              <a:avLst/>
              <a:gdLst>
                <a:gd name="T0" fmla="*/ 7092 w 7093"/>
                <a:gd name="T1" fmla="*/ 1811 h 1812"/>
                <a:gd name="T2" fmla="*/ 0 w 7093"/>
                <a:gd name="T3" fmla="*/ 728 h 1812"/>
                <a:gd name="T4" fmla="*/ 2685 w 7093"/>
                <a:gd name="T5" fmla="*/ 0 h 1812"/>
                <a:gd name="T6" fmla="*/ 7092 w 7093"/>
                <a:gd name="T7" fmla="*/ 1811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3" h="1812">
                  <a:moveTo>
                    <a:pt x="7092" y="1811"/>
                  </a:moveTo>
                  <a:lnTo>
                    <a:pt x="0" y="728"/>
                  </a:lnTo>
                  <a:lnTo>
                    <a:pt x="2685" y="0"/>
                  </a:lnTo>
                  <a:lnTo>
                    <a:pt x="7092" y="1811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  <p:sp>
          <p:nvSpPr>
            <p:cNvPr id="30" name="Freeform 12"/>
            <p:cNvSpPr>
              <a:spLocks noChangeArrowheads="1"/>
            </p:cNvSpPr>
            <p:nvPr/>
          </p:nvSpPr>
          <p:spPr bwMode="auto">
            <a:xfrm>
              <a:off x="9776123" y="-125128"/>
              <a:ext cx="2307757" cy="1734076"/>
            </a:xfrm>
            <a:custGeom>
              <a:avLst/>
              <a:gdLst>
                <a:gd name="T0" fmla="*/ 373 w 2343"/>
                <a:gd name="T1" fmla="*/ 0 h 1761"/>
                <a:gd name="T2" fmla="*/ 0 w 2343"/>
                <a:gd name="T3" fmla="*/ 197 h 1761"/>
                <a:gd name="T4" fmla="*/ 1377 w 2343"/>
                <a:gd name="T5" fmla="*/ 1760 h 1761"/>
                <a:gd name="T6" fmla="*/ 2342 w 2343"/>
                <a:gd name="T7" fmla="*/ 0 h 1761"/>
                <a:gd name="T8" fmla="*/ 373 w 2343"/>
                <a:gd name="T9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3" h="1761">
                  <a:moveTo>
                    <a:pt x="373" y="0"/>
                  </a:moveTo>
                  <a:lnTo>
                    <a:pt x="0" y="197"/>
                  </a:lnTo>
                  <a:lnTo>
                    <a:pt x="1377" y="1760"/>
                  </a:lnTo>
                  <a:lnTo>
                    <a:pt x="2342" y="0"/>
                  </a:lnTo>
                  <a:lnTo>
                    <a:pt x="373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b="0" i="0" dirty="0">
                <a:latin typeface="Nunit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1947180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3"/>
            <a:ext cx="21025723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5967" y="12712703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D301D-F1AD-4239-A3E8-03B5284FEBD2}" type="datetime1">
              <a:rPr lang="en-US" smtClean="0"/>
              <a:t>8/27/2020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5097" y="12712703"/>
            <a:ext cx="822745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16715" y="12712703"/>
            <a:ext cx="548497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2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  <p:sldLayoutId id="2147483982" r:id="rId2"/>
    <p:sldLayoutId id="2147483983" r:id="rId3"/>
    <p:sldLayoutId id="2147483984" r:id="rId4"/>
    <p:sldLayoutId id="2147483985" r:id="rId5"/>
    <p:sldLayoutId id="2147483986" r:id="rId6"/>
    <p:sldLayoutId id="2147483987" r:id="rId7"/>
    <p:sldLayoutId id="2147483988" r:id="rId8"/>
    <p:sldLayoutId id="2147483989" r:id="rId9"/>
    <p:sldLayoutId id="2147483990" r:id="rId10"/>
    <p:sldLayoutId id="2147483991" r:id="rId11"/>
    <p:sldLayoutId id="2147483992" r:id="rId12"/>
    <p:sldLayoutId id="2147483993" r:id="rId13"/>
    <p:sldLayoutId id="2147483964" r:id="rId14"/>
    <p:sldLayoutId id="2147483958" r:id="rId15"/>
    <p:sldLayoutId id="2147483959" r:id="rId16"/>
    <p:sldLayoutId id="2147483960" r:id="rId17"/>
    <p:sldLayoutId id="2147483956" r:id="rId18"/>
  </p:sldLayoutIdLst>
  <p:hf hdr="0" ftr="0" dt="0"/>
  <p:txStyles>
    <p:titleStyle>
      <a:lvl1pPr algn="l" defTabSz="1828372" rtl="0" eaLnBrk="1" latinLnBrk="0" hangingPunct="1">
        <a:lnSpc>
          <a:spcPct val="90000"/>
        </a:lnSpc>
        <a:spcBef>
          <a:spcPct val="0"/>
        </a:spcBef>
        <a:buNone/>
        <a:defRPr sz="87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094" indent="-457094" algn="l" defTabSz="1828372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599" kern="1200">
          <a:solidFill>
            <a:schemeClr val="tx1"/>
          </a:solidFill>
          <a:latin typeface="+mn-lt"/>
          <a:ea typeface="+mn-ea"/>
          <a:cs typeface="+mn-cs"/>
        </a:defRPr>
      </a:lvl1pPr>
      <a:lvl2pPr marL="1371277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799" kern="1200">
          <a:solidFill>
            <a:schemeClr val="tx1"/>
          </a:solidFill>
          <a:latin typeface="+mn-lt"/>
          <a:ea typeface="+mn-ea"/>
          <a:cs typeface="+mn-cs"/>
        </a:defRPr>
      </a:lvl2pPr>
      <a:lvl3pPr marL="2285466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999" kern="1200">
          <a:solidFill>
            <a:schemeClr val="tx1"/>
          </a:solidFill>
          <a:latin typeface="+mn-lt"/>
          <a:ea typeface="+mn-ea"/>
          <a:cs typeface="+mn-cs"/>
        </a:defRPr>
      </a:lvl3pPr>
      <a:lvl4pPr marL="3199653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4113837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5028024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942213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856399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770584" indent="-457094" algn="l" defTabSz="182837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1pPr>
      <a:lvl2pPr marL="914187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2pPr>
      <a:lvl3pPr marL="1828372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3pPr>
      <a:lvl4pPr marL="2742560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4pPr>
      <a:lvl5pPr marL="3656747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5pPr>
      <a:lvl6pPr marL="4570931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6pPr>
      <a:lvl7pPr marL="5485119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7pPr>
      <a:lvl8pPr marL="6399306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8pPr>
      <a:lvl9pPr marL="7313490" algn="l" defTabSz="1828372" rtl="0" eaLnBrk="1" latinLnBrk="0" hangingPunct="1">
        <a:defRPr sz="35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2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7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8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764A6CDB-D807-42A8-B7F9-75ABAC406D8D}"/>
              </a:ext>
            </a:extLst>
          </p:cNvPr>
          <p:cNvSpPr/>
          <p:nvPr/>
        </p:nvSpPr>
        <p:spPr>
          <a:xfrm>
            <a:off x="5389130" y="9482940"/>
            <a:ext cx="32146997" cy="4233063"/>
          </a:xfrm>
          <a:prstGeom prst="triangle">
            <a:avLst>
              <a:gd name="adj" fmla="val 50048"/>
            </a:avLst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312" name="TextBox 311"/>
          <p:cNvSpPr txBox="1"/>
          <p:nvPr/>
        </p:nvSpPr>
        <p:spPr>
          <a:xfrm>
            <a:off x="640997" y="2964379"/>
            <a:ext cx="22632093" cy="341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1" b="1" spc="301" dirty="0">
                <a:latin typeface="Arial" panose="020B0604020202020204" pitchFamily="34" charset="0"/>
                <a:ea typeface="Nunito" charset="0"/>
                <a:cs typeface="Arial" panose="020B0604020202020204" pitchFamily="34" charset="0"/>
              </a:rPr>
              <a:t>Emotional Chatting System:</a:t>
            </a:r>
          </a:p>
          <a:p>
            <a:pPr algn="ctr"/>
            <a:r>
              <a:rPr lang="en-US" sz="7201" b="1" spc="301" dirty="0">
                <a:latin typeface="Arial" panose="020B0604020202020204" pitchFamily="34" charset="0"/>
                <a:ea typeface="Nunito" charset="0"/>
                <a:cs typeface="Arial" panose="020B0604020202020204" pitchFamily="34" charset="0"/>
              </a:rPr>
              <a:t>How to Endow Chatbots with Human Emotions </a:t>
            </a:r>
          </a:p>
          <a:p>
            <a:pPr algn="ctr"/>
            <a:r>
              <a:rPr lang="en-US" sz="7201" b="1" spc="301" dirty="0">
                <a:latin typeface="Arial" panose="020B0604020202020204" pitchFamily="34" charset="0"/>
                <a:ea typeface="Nunito" charset="0"/>
                <a:cs typeface="Arial" panose="020B0604020202020204" pitchFamily="34" charset="0"/>
              </a:rPr>
              <a:t>Based on Dialog Analysis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5043796" y="10751621"/>
            <a:ext cx="8699818" cy="1753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35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WANG Jiashuo</a:t>
            </a:r>
            <a:endParaRPr lang="en-US" sz="3599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35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Supervisor: Dr. LI Maggie</a:t>
            </a:r>
          </a:p>
          <a:p>
            <a:pPr algn="r"/>
            <a:r>
              <a:rPr lang="en-US" altLang="zh-CN" sz="3599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Hong Kong Polytechnic University</a:t>
            </a:r>
            <a:endParaRPr lang="en-US" sz="3599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Group 129"/>
          <p:cNvGrpSpPr/>
          <p:nvPr/>
        </p:nvGrpSpPr>
        <p:grpSpPr>
          <a:xfrm>
            <a:off x="1" y="-1582765"/>
            <a:ext cx="24535153" cy="4304369"/>
            <a:chOff x="0" y="-156114"/>
            <a:chExt cx="24535152" cy="4304369"/>
          </a:xfrm>
        </p:grpSpPr>
        <p:sp>
          <p:nvSpPr>
            <p:cNvPr id="131" name="Freeform 130"/>
            <p:cNvSpPr>
              <a:spLocks noChangeArrowheads="1"/>
            </p:cNvSpPr>
            <p:nvPr/>
          </p:nvSpPr>
          <p:spPr bwMode="auto">
            <a:xfrm>
              <a:off x="23378291" y="2431564"/>
              <a:ext cx="1134322" cy="1716691"/>
            </a:xfrm>
            <a:custGeom>
              <a:avLst/>
              <a:gdLst>
                <a:gd name="T0" fmla="*/ 0 w 1152"/>
                <a:gd name="T1" fmla="*/ 1739 h 1740"/>
                <a:gd name="T2" fmla="*/ 1151 w 1152"/>
                <a:gd name="T3" fmla="*/ 918 h 1740"/>
                <a:gd name="T4" fmla="*/ 1151 w 1152"/>
                <a:gd name="T5" fmla="*/ 0 h 1740"/>
                <a:gd name="T6" fmla="*/ 0 w 1152"/>
                <a:gd name="T7" fmla="*/ 1739 h 1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52" h="1740">
                  <a:moveTo>
                    <a:pt x="0" y="1739"/>
                  </a:moveTo>
                  <a:lnTo>
                    <a:pt x="1151" y="918"/>
                  </a:lnTo>
                  <a:lnTo>
                    <a:pt x="1151" y="0"/>
                  </a:lnTo>
                  <a:lnTo>
                    <a:pt x="0" y="17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2" name="Freeform 131"/>
            <p:cNvSpPr>
              <a:spLocks noChangeArrowheads="1"/>
            </p:cNvSpPr>
            <p:nvPr/>
          </p:nvSpPr>
          <p:spPr bwMode="auto">
            <a:xfrm>
              <a:off x="23079221" y="-88970"/>
              <a:ext cx="1455931" cy="4233061"/>
            </a:xfrm>
            <a:custGeom>
              <a:avLst/>
              <a:gdLst>
                <a:gd name="T0" fmla="*/ 0 w 1479"/>
                <a:gd name="T1" fmla="*/ 0 h 4296"/>
                <a:gd name="T2" fmla="*/ 327 w 1479"/>
                <a:gd name="T3" fmla="*/ 4295 h 4296"/>
                <a:gd name="T4" fmla="*/ 1478 w 1479"/>
                <a:gd name="T5" fmla="*/ 2556 h 4296"/>
                <a:gd name="T6" fmla="*/ 1478 w 1479"/>
                <a:gd name="T7" fmla="*/ 0 h 4296"/>
                <a:gd name="T8" fmla="*/ 0 w 147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9" h="4296">
                  <a:moveTo>
                    <a:pt x="0" y="0"/>
                  </a:moveTo>
                  <a:lnTo>
                    <a:pt x="327" y="4295"/>
                  </a:lnTo>
                  <a:lnTo>
                    <a:pt x="1478" y="2556"/>
                  </a:lnTo>
                  <a:lnTo>
                    <a:pt x="147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3" name="Freeform 132"/>
            <p:cNvSpPr>
              <a:spLocks noChangeArrowheads="1"/>
            </p:cNvSpPr>
            <p:nvPr/>
          </p:nvSpPr>
          <p:spPr bwMode="auto">
            <a:xfrm>
              <a:off x="20776620" y="-88970"/>
              <a:ext cx="2646748" cy="4233061"/>
            </a:xfrm>
            <a:custGeom>
              <a:avLst/>
              <a:gdLst>
                <a:gd name="T0" fmla="*/ 0 w 2687"/>
                <a:gd name="T1" fmla="*/ 0 h 4296"/>
                <a:gd name="T2" fmla="*/ 2686 w 2687"/>
                <a:gd name="T3" fmla="*/ 4295 h 4296"/>
                <a:gd name="T4" fmla="*/ 2359 w 2687"/>
                <a:gd name="T5" fmla="*/ 0 h 4296"/>
                <a:gd name="T6" fmla="*/ 0 w 2687"/>
                <a:gd name="T7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7" h="4296">
                  <a:moveTo>
                    <a:pt x="0" y="0"/>
                  </a:moveTo>
                  <a:lnTo>
                    <a:pt x="2686" y="4295"/>
                  </a:lnTo>
                  <a:lnTo>
                    <a:pt x="235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4" name="Freeform 133"/>
            <p:cNvSpPr>
              <a:spLocks noChangeArrowheads="1"/>
            </p:cNvSpPr>
            <p:nvPr/>
          </p:nvSpPr>
          <p:spPr bwMode="auto">
            <a:xfrm>
              <a:off x="20420243" y="-88970"/>
              <a:ext cx="3003125" cy="4233061"/>
            </a:xfrm>
            <a:custGeom>
              <a:avLst/>
              <a:gdLst>
                <a:gd name="T0" fmla="*/ 0 w 3049"/>
                <a:gd name="T1" fmla="*/ 0 h 4296"/>
                <a:gd name="T2" fmla="*/ 43 w 3049"/>
                <a:gd name="T3" fmla="*/ 3187 h 4296"/>
                <a:gd name="T4" fmla="*/ 3048 w 3049"/>
                <a:gd name="T5" fmla="*/ 4295 h 4296"/>
                <a:gd name="T6" fmla="*/ 362 w 3049"/>
                <a:gd name="T7" fmla="*/ 0 h 4296"/>
                <a:gd name="T8" fmla="*/ 0 w 3049"/>
                <a:gd name="T9" fmla="*/ 0 h 4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49" h="4296">
                  <a:moveTo>
                    <a:pt x="0" y="0"/>
                  </a:moveTo>
                  <a:lnTo>
                    <a:pt x="43" y="3187"/>
                  </a:lnTo>
                  <a:lnTo>
                    <a:pt x="3048" y="4295"/>
                  </a:lnTo>
                  <a:lnTo>
                    <a:pt x="362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5" name="Freeform 134"/>
            <p:cNvSpPr>
              <a:spLocks noChangeArrowheads="1"/>
            </p:cNvSpPr>
            <p:nvPr/>
          </p:nvSpPr>
          <p:spPr bwMode="auto">
            <a:xfrm>
              <a:off x="17677877" y="-88971"/>
              <a:ext cx="2785824" cy="3142198"/>
            </a:xfrm>
            <a:custGeom>
              <a:avLst/>
              <a:gdLst>
                <a:gd name="T0" fmla="*/ 2126 w 2826"/>
                <a:gd name="T1" fmla="*/ 0 h 3188"/>
                <a:gd name="T2" fmla="*/ 0 w 2826"/>
                <a:gd name="T3" fmla="*/ 1954 h 3188"/>
                <a:gd name="T4" fmla="*/ 2825 w 2826"/>
                <a:gd name="T5" fmla="*/ 3187 h 3188"/>
                <a:gd name="T6" fmla="*/ 2782 w 2826"/>
                <a:gd name="T7" fmla="*/ 0 h 3188"/>
                <a:gd name="T8" fmla="*/ 2126 w 2826"/>
                <a:gd name="T9" fmla="*/ 0 h 3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26" h="3188">
                  <a:moveTo>
                    <a:pt x="2126" y="0"/>
                  </a:moveTo>
                  <a:lnTo>
                    <a:pt x="0" y="1954"/>
                  </a:lnTo>
                  <a:lnTo>
                    <a:pt x="2825" y="3187"/>
                  </a:lnTo>
                  <a:lnTo>
                    <a:pt x="2782" y="0"/>
                  </a:lnTo>
                  <a:lnTo>
                    <a:pt x="2126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6" name="Freeform 135"/>
            <p:cNvSpPr>
              <a:spLocks noChangeArrowheads="1"/>
            </p:cNvSpPr>
            <p:nvPr/>
          </p:nvSpPr>
          <p:spPr bwMode="auto">
            <a:xfrm>
              <a:off x="17608342" y="-88971"/>
              <a:ext cx="2168684" cy="1925303"/>
            </a:xfrm>
            <a:custGeom>
              <a:avLst/>
              <a:gdLst>
                <a:gd name="T0" fmla="*/ 0 w 2199"/>
                <a:gd name="T1" fmla="*/ 0 h 1955"/>
                <a:gd name="T2" fmla="*/ 72 w 2199"/>
                <a:gd name="T3" fmla="*/ 1954 h 1955"/>
                <a:gd name="T4" fmla="*/ 2198 w 2199"/>
                <a:gd name="T5" fmla="*/ 0 h 1955"/>
                <a:gd name="T6" fmla="*/ 0 w 2199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99" h="1955">
                  <a:moveTo>
                    <a:pt x="0" y="0"/>
                  </a:moveTo>
                  <a:lnTo>
                    <a:pt x="72" y="1954"/>
                  </a:lnTo>
                  <a:lnTo>
                    <a:pt x="2198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7" name="Freeform 136"/>
            <p:cNvSpPr>
              <a:spLocks noChangeArrowheads="1"/>
            </p:cNvSpPr>
            <p:nvPr/>
          </p:nvSpPr>
          <p:spPr bwMode="auto">
            <a:xfrm>
              <a:off x="14888518" y="-88734"/>
              <a:ext cx="2811899" cy="1925303"/>
            </a:xfrm>
            <a:custGeom>
              <a:avLst/>
              <a:gdLst>
                <a:gd name="T0" fmla="*/ 0 w 2852"/>
                <a:gd name="T1" fmla="*/ 0 h 1955"/>
                <a:gd name="T2" fmla="*/ 2851 w 2852"/>
                <a:gd name="T3" fmla="*/ 1954 h 1955"/>
                <a:gd name="T4" fmla="*/ 2779 w 2852"/>
                <a:gd name="T5" fmla="*/ 0 h 1955"/>
                <a:gd name="T6" fmla="*/ 0 w 2852"/>
                <a:gd name="T7" fmla="*/ 0 h 1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52" h="1955">
                  <a:moveTo>
                    <a:pt x="0" y="0"/>
                  </a:moveTo>
                  <a:lnTo>
                    <a:pt x="2851" y="1954"/>
                  </a:lnTo>
                  <a:lnTo>
                    <a:pt x="2779" y="0"/>
                  </a:ln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8" name="Freeform 137"/>
            <p:cNvSpPr>
              <a:spLocks noChangeArrowheads="1"/>
            </p:cNvSpPr>
            <p:nvPr/>
          </p:nvSpPr>
          <p:spPr bwMode="auto">
            <a:xfrm>
              <a:off x="13589856" y="-88970"/>
              <a:ext cx="4137447" cy="3520308"/>
            </a:xfrm>
            <a:custGeom>
              <a:avLst/>
              <a:gdLst>
                <a:gd name="T0" fmla="*/ 0 w 4196"/>
                <a:gd name="T1" fmla="*/ 0 h 3572"/>
                <a:gd name="T2" fmla="*/ 1886 w 4196"/>
                <a:gd name="T3" fmla="*/ 3571 h 3572"/>
                <a:gd name="T4" fmla="*/ 4195 w 4196"/>
                <a:gd name="T5" fmla="*/ 1954 h 3572"/>
                <a:gd name="T6" fmla="*/ 1344 w 4196"/>
                <a:gd name="T7" fmla="*/ 0 h 3572"/>
                <a:gd name="T8" fmla="*/ 0 w 4196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96" h="3572">
                  <a:moveTo>
                    <a:pt x="0" y="0"/>
                  </a:moveTo>
                  <a:lnTo>
                    <a:pt x="1886" y="3571"/>
                  </a:lnTo>
                  <a:lnTo>
                    <a:pt x="4195" y="1954"/>
                  </a:lnTo>
                  <a:lnTo>
                    <a:pt x="1344" y="0"/>
                  </a:lnTo>
                  <a:lnTo>
                    <a:pt x="0" y="0"/>
                  </a:lnTo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39" name="Freeform 138"/>
            <p:cNvSpPr>
              <a:spLocks noChangeArrowheads="1"/>
            </p:cNvSpPr>
            <p:nvPr/>
          </p:nvSpPr>
          <p:spPr bwMode="auto">
            <a:xfrm>
              <a:off x="11104147" y="-111272"/>
              <a:ext cx="4346058" cy="3520308"/>
            </a:xfrm>
            <a:custGeom>
              <a:avLst/>
              <a:gdLst>
                <a:gd name="T0" fmla="*/ 965 w 4408"/>
                <a:gd name="T1" fmla="*/ 0 h 3572"/>
                <a:gd name="T2" fmla="*/ 0 w 4408"/>
                <a:gd name="T3" fmla="*/ 1760 h 3572"/>
                <a:gd name="T4" fmla="*/ 4407 w 4408"/>
                <a:gd name="T5" fmla="*/ 3571 h 3572"/>
                <a:gd name="T6" fmla="*/ 2521 w 4408"/>
                <a:gd name="T7" fmla="*/ 0 h 3572"/>
                <a:gd name="T8" fmla="*/ 965 w 4408"/>
                <a:gd name="T9" fmla="*/ 0 h 3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8" h="3572">
                  <a:moveTo>
                    <a:pt x="965" y="0"/>
                  </a:moveTo>
                  <a:lnTo>
                    <a:pt x="0" y="1760"/>
                  </a:lnTo>
                  <a:lnTo>
                    <a:pt x="4407" y="3571"/>
                  </a:lnTo>
                  <a:lnTo>
                    <a:pt x="2521" y="0"/>
                  </a:lnTo>
                  <a:lnTo>
                    <a:pt x="965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0" name="Freeform 139"/>
            <p:cNvSpPr>
              <a:spLocks noChangeArrowheads="1"/>
            </p:cNvSpPr>
            <p:nvPr/>
          </p:nvSpPr>
          <p:spPr bwMode="auto">
            <a:xfrm>
              <a:off x="9793019" y="-88970"/>
              <a:ext cx="369415" cy="195571"/>
            </a:xfrm>
            <a:custGeom>
              <a:avLst/>
              <a:gdLst>
                <a:gd name="T0" fmla="*/ 112 w 374"/>
                <a:gd name="T1" fmla="*/ 0 h 198"/>
                <a:gd name="T2" fmla="*/ 0 w 374"/>
                <a:gd name="T3" fmla="*/ 197 h 198"/>
                <a:gd name="T4" fmla="*/ 373 w 374"/>
                <a:gd name="T5" fmla="*/ 0 h 198"/>
                <a:gd name="T6" fmla="*/ 112 w 374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4" h="198">
                  <a:moveTo>
                    <a:pt x="112" y="0"/>
                  </a:moveTo>
                  <a:lnTo>
                    <a:pt x="0" y="197"/>
                  </a:lnTo>
                  <a:lnTo>
                    <a:pt x="373" y="0"/>
                  </a:lnTo>
                  <a:lnTo>
                    <a:pt x="112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1" name="Freeform 13"/>
            <p:cNvSpPr>
              <a:spLocks noChangeArrowheads="1"/>
            </p:cNvSpPr>
            <p:nvPr/>
          </p:nvSpPr>
          <p:spPr bwMode="auto">
            <a:xfrm>
              <a:off x="9698211" y="-88970"/>
              <a:ext cx="225996" cy="195571"/>
            </a:xfrm>
            <a:custGeom>
              <a:avLst/>
              <a:gdLst>
                <a:gd name="T0" fmla="*/ 0 w 231"/>
                <a:gd name="T1" fmla="*/ 0 h 198"/>
                <a:gd name="T2" fmla="*/ 118 w 231"/>
                <a:gd name="T3" fmla="*/ 197 h 198"/>
                <a:gd name="T4" fmla="*/ 230 w 231"/>
                <a:gd name="T5" fmla="*/ 0 h 198"/>
                <a:gd name="T6" fmla="*/ 0 w 231"/>
                <a:gd name="T7" fmla="*/ 0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1" h="198">
                  <a:moveTo>
                    <a:pt x="0" y="0"/>
                  </a:moveTo>
                  <a:lnTo>
                    <a:pt x="118" y="197"/>
                  </a:lnTo>
                  <a:lnTo>
                    <a:pt x="230" y="0"/>
                  </a:lnTo>
                  <a:lnTo>
                    <a:pt x="0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2" name="Freeform 14"/>
            <p:cNvSpPr>
              <a:spLocks noChangeArrowheads="1"/>
            </p:cNvSpPr>
            <p:nvPr/>
          </p:nvSpPr>
          <p:spPr bwMode="auto">
            <a:xfrm>
              <a:off x="8502000" y="61758"/>
              <a:ext cx="2646751" cy="2259950"/>
            </a:xfrm>
            <a:custGeom>
              <a:avLst/>
              <a:gdLst>
                <a:gd name="T0" fmla="*/ 2685 w 2686"/>
                <a:gd name="T1" fmla="*/ 1563 h 2292"/>
                <a:gd name="T2" fmla="*/ 1308 w 2686"/>
                <a:gd name="T3" fmla="*/ 0 h 2292"/>
                <a:gd name="T4" fmla="*/ 0 w 2686"/>
                <a:gd name="T5" fmla="*/ 2291 h 2292"/>
                <a:gd name="T6" fmla="*/ 2685 w 2686"/>
                <a:gd name="T7" fmla="*/ 1563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86" h="2292">
                  <a:moveTo>
                    <a:pt x="2685" y="1563"/>
                  </a:moveTo>
                  <a:lnTo>
                    <a:pt x="1308" y="0"/>
                  </a:lnTo>
                  <a:lnTo>
                    <a:pt x="0" y="2291"/>
                  </a:lnTo>
                  <a:lnTo>
                    <a:pt x="2685" y="15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3" name="Freeform 15"/>
            <p:cNvSpPr>
              <a:spLocks noChangeArrowheads="1"/>
            </p:cNvSpPr>
            <p:nvPr/>
          </p:nvSpPr>
          <p:spPr bwMode="auto">
            <a:xfrm>
              <a:off x="6821130" y="61996"/>
              <a:ext cx="2985743" cy="2259950"/>
            </a:xfrm>
            <a:custGeom>
              <a:avLst/>
              <a:gdLst>
                <a:gd name="T0" fmla="*/ 3029 w 3030"/>
                <a:gd name="T1" fmla="*/ 0 h 2292"/>
                <a:gd name="T2" fmla="*/ 0 w 3030"/>
                <a:gd name="T3" fmla="*/ 624 h 2292"/>
                <a:gd name="T4" fmla="*/ 1721 w 3030"/>
                <a:gd name="T5" fmla="*/ 2291 h 2292"/>
                <a:gd name="T6" fmla="*/ 3029 w 3030"/>
                <a:gd name="T7" fmla="*/ 0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030" h="2292">
                  <a:moveTo>
                    <a:pt x="3029" y="0"/>
                  </a:moveTo>
                  <a:lnTo>
                    <a:pt x="0" y="624"/>
                  </a:lnTo>
                  <a:lnTo>
                    <a:pt x="1721" y="2291"/>
                  </a:lnTo>
                  <a:lnTo>
                    <a:pt x="3029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4" name="Freeform 16"/>
            <p:cNvSpPr>
              <a:spLocks noChangeArrowheads="1"/>
            </p:cNvSpPr>
            <p:nvPr/>
          </p:nvSpPr>
          <p:spPr bwMode="auto">
            <a:xfrm>
              <a:off x="6829814" y="-88970"/>
              <a:ext cx="2985743" cy="808366"/>
            </a:xfrm>
            <a:custGeom>
              <a:avLst/>
              <a:gdLst>
                <a:gd name="T0" fmla="*/ 61 w 3030"/>
                <a:gd name="T1" fmla="*/ 0 h 822"/>
                <a:gd name="T2" fmla="*/ 0 w 3030"/>
                <a:gd name="T3" fmla="*/ 821 h 822"/>
                <a:gd name="T4" fmla="*/ 3029 w 3030"/>
                <a:gd name="T5" fmla="*/ 197 h 822"/>
                <a:gd name="T6" fmla="*/ 2911 w 3030"/>
                <a:gd name="T7" fmla="*/ 0 h 822"/>
                <a:gd name="T8" fmla="*/ 61 w 3030"/>
                <a:gd name="T9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0" h="822">
                  <a:moveTo>
                    <a:pt x="61" y="0"/>
                  </a:moveTo>
                  <a:lnTo>
                    <a:pt x="0" y="821"/>
                  </a:lnTo>
                  <a:lnTo>
                    <a:pt x="3029" y="197"/>
                  </a:lnTo>
                  <a:lnTo>
                    <a:pt x="2911" y="0"/>
                  </a:lnTo>
                  <a:lnTo>
                    <a:pt x="61" y="0"/>
                  </a:lnTo>
                </a:path>
              </a:pathLst>
            </a:custGeom>
            <a:solidFill>
              <a:schemeClr val="accent2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5" name="Freeform 17"/>
            <p:cNvSpPr>
              <a:spLocks noChangeArrowheads="1"/>
            </p:cNvSpPr>
            <p:nvPr/>
          </p:nvSpPr>
          <p:spPr bwMode="auto">
            <a:xfrm>
              <a:off x="5975275" y="-88970"/>
              <a:ext cx="943094" cy="808366"/>
            </a:xfrm>
            <a:custGeom>
              <a:avLst/>
              <a:gdLst>
                <a:gd name="T0" fmla="*/ 0 w 955"/>
                <a:gd name="T1" fmla="*/ 0 h 822"/>
                <a:gd name="T2" fmla="*/ 893 w 955"/>
                <a:gd name="T3" fmla="*/ 821 h 822"/>
                <a:gd name="T4" fmla="*/ 954 w 955"/>
                <a:gd name="T5" fmla="*/ 0 h 822"/>
                <a:gd name="T6" fmla="*/ 0 w 955"/>
                <a:gd name="T7" fmla="*/ 0 h 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5" h="822">
                  <a:moveTo>
                    <a:pt x="0" y="0"/>
                  </a:moveTo>
                  <a:lnTo>
                    <a:pt x="893" y="821"/>
                  </a:lnTo>
                  <a:lnTo>
                    <a:pt x="954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6" name="Freeform 18"/>
            <p:cNvSpPr>
              <a:spLocks noChangeArrowheads="1"/>
            </p:cNvSpPr>
            <p:nvPr/>
          </p:nvSpPr>
          <p:spPr bwMode="auto">
            <a:xfrm>
              <a:off x="5608571" y="674793"/>
              <a:ext cx="2916204" cy="1642810"/>
            </a:xfrm>
            <a:custGeom>
              <a:avLst/>
              <a:gdLst>
                <a:gd name="T0" fmla="*/ 2958 w 2959"/>
                <a:gd name="T1" fmla="*/ 1667 h 1668"/>
                <a:gd name="T2" fmla="*/ 1237 w 2959"/>
                <a:gd name="T3" fmla="*/ 0 h 1668"/>
                <a:gd name="T4" fmla="*/ 0 w 2959"/>
                <a:gd name="T5" fmla="*/ 1323 h 1668"/>
                <a:gd name="T6" fmla="*/ 2958 w 2959"/>
                <a:gd name="T7" fmla="*/ 1667 h 1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59" h="1668">
                  <a:moveTo>
                    <a:pt x="2958" y="1667"/>
                  </a:moveTo>
                  <a:lnTo>
                    <a:pt x="1237" y="0"/>
                  </a:lnTo>
                  <a:lnTo>
                    <a:pt x="0" y="1323"/>
                  </a:lnTo>
                  <a:lnTo>
                    <a:pt x="2958" y="166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7" name="Freeform 19"/>
            <p:cNvSpPr>
              <a:spLocks noChangeArrowheads="1"/>
            </p:cNvSpPr>
            <p:nvPr/>
          </p:nvSpPr>
          <p:spPr bwMode="auto">
            <a:xfrm>
              <a:off x="5092201" y="-155877"/>
              <a:ext cx="1760153" cy="2112184"/>
            </a:xfrm>
            <a:custGeom>
              <a:avLst/>
              <a:gdLst>
                <a:gd name="T0" fmla="*/ 0 w 1787"/>
                <a:gd name="T1" fmla="*/ 0 h 2145"/>
                <a:gd name="T2" fmla="*/ 549 w 1787"/>
                <a:gd name="T3" fmla="*/ 2144 h 2145"/>
                <a:gd name="T4" fmla="*/ 1786 w 1787"/>
                <a:gd name="T5" fmla="*/ 821 h 2145"/>
                <a:gd name="T6" fmla="*/ 893 w 1787"/>
                <a:gd name="T7" fmla="*/ 0 h 2145"/>
                <a:gd name="T8" fmla="*/ 0 w 1787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7" h="2145">
                  <a:moveTo>
                    <a:pt x="0" y="0"/>
                  </a:moveTo>
                  <a:lnTo>
                    <a:pt x="549" y="2144"/>
                  </a:lnTo>
                  <a:lnTo>
                    <a:pt x="1786" y="821"/>
                  </a:lnTo>
                  <a:lnTo>
                    <a:pt x="893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8" name="Freeform 20"/>
            <p:cNvSpPr>
              <a:spLocks noChangeArrowheads="1"/>
            </p:cNvSpPr>
            <p:nvPr/>
          </p:nvSpPr>
          <p:spPr bwMode="auto">
            <a:xfrm>
              <a:off x="443059" y="190760"/>
              <a:ext cx="5232654" cy="2977052"/>
            </a:xfrm>
            <a:custGeom>
              <a:avLst/>
              <a:gdLst>
                <a:gd name="T0" fmla="*/ 5310 w 5311"/>
                <a:gd name="T1" fmla="*/ 1771 h 3020"/>
                <a:gd name="T2" fmla="*/ 853 w 5311"/>
                <a:gd name="T3" fmla="*/ 0 h 3020"/>
                <a:gd name="T4" fmla="*/ 0 w 5311"/>
                <a:gd name="T5" fmla="*/ 3019 h 3020"/>
                <a:gd name="T6" fmla="*/ 5310 w 5311"/>
                <a:gd name="T7" fmla="*/ 1771 h 3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11" h="3020">
                  <a:moveTo>
                    <a:pt x="5310" y="1771"/>
                  </a:moveTo>
                  <a:lnTo>
                    <a:pt x="853" y="0"/>
                  </a:lnTo>
                  <a:lnTo>
                    <a:pt x="0" y="3019"/>
                  </a:lnTo>
                  <a:lnTo>
                    <a:pt x="5310" y="1771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49" name="Freeform 21"/>
            <p:cNvSpPr>
              <a:spLocks noChangeArrowheads="1"/>
            </p:cNvSpPr>
            <p:nvPr/>
          </p:nvSpPr>
          <p:spPr bwMode="auto">
            <a:xfrm>
              <a:off x="1264131" y="-156113"/>
              <a:ext cx="4393864" cy="2112184"/>
            </a:xfrm>
            <a:custGeom>
              <a:avLst/>
              <a:gdLst>
                <a:gd name="T0" fmla="*/ 936 w 4458"/>
                <a:gd name="T1" fmla="*/ 0 h 2145"/>
                <a:gd name="T2" fmla="*/ 0 w 4458"/>
                <a:gd name="T3" fmla="*/ 373 h 2145"/>
                <a:gd name="T4" fmla="*/ 4457 w 4458"/>
                <a:gd name="T5" fmla="*/ 2144 h 2145"/>
                <a:gd name="T6" fmla="*/ 3908 w 4458"/>
                <a:gd name="T7" fmla="*/ 0 h 2145"/>
                <a:gd name="T8" fmla="*/ 936 w 4458"/>
                <a:gd name="T9" fmla="*/ 0 h 2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58" h="2145">
                  <a:moveTo>
                    <a:pt x="936" y="0"/>
                  </a:moveTo>
                  <a:lnTo>
                    <a:pt x="0" y="373"/>
                  </a:lnTo>
                  <a:lnTo>
                    <a:pt x="4457" y="2144"/>
                  </a:lnTo>
                  <a:lnTo>
                    <a:pt x="3908" y="0"/>
                  </a:lnTo>
                  <a:lnTo>
                    <a:pt x="936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50" name="Freeform 22"/>
            <p:cNvSpPr>
              <a:spLocks noChangeArrowheads="1"/>
            </p:cNvSpPr>
            <p:nvPr/>
          </p:nvSpPr>
          <p:spPr bwMode="auto">
            <a:xfrm>
              <a:off x="1264131" y="-133574"/>
              <a:ext cx="921364" cy="369415"/>
            </a:xfrm>
            <a:custGeom>
              <a:avLst/>
              <a:gdLst>
                <a:gd name="T0" fmla="*/ 72 w 937"/>
                <a:gd name="T1" fmla="*/ 0 h 374"/>
                <a:gd name="T2" fmla="*/ 0 w 937"/>
                <a:gd name="T3" fmla="*/ 373 h 374"/>
                <a:gd name="T4" fmla="*/ 936 w 937"/>
                <a:gd name="T5" fmla="*/ 0 h 374"/>
                <a:gd name="T6" fmla="*/ 72 w 937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37" h="374">
                  <a:moveTo>
                    <a:pt x="72" y="0"/>
                  </a:moveTo>
                  <a:lnTo>
                    <a:pt x="0" y="373"/>
                  </a:lnTo>
                  <a:lnTo>
                    <a:pt x="936" y="0"/>
                  </a:lnTo>
                  <a:lnTo>
                    <a:pt x="72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51" name="Freeform 23"/>
            <p:cNvSpPr>
              <a:spLocks noChangeArrowheads="1"/>
            </p:cNvSpPr>
            <p:nvPr/>
          </p:nvSpPr>
          <p:spPr bwMode="auto">
            <a:xfrm>
              <a:off x="734484" y="-133574"/>
              <a:ext cx="621488" cy="369415"/>
            </a:xfrm>
            <a:custGeom>
              <a:avLst/>
              <a:gdLst>
                <a:gd name="T0" fmla="*/ 0 w 629"/>
                <a:gd name="T1" fmla="*/ 0 h 374"/>
                <a:gd name="T2" fmla="*/ 556 w 629"/>
                <a:gd name="T3" fmla="*/ 373 h 374"/>
                <a:gd name="T4" fmla="*/ 628 w 629"/>
                <a:gd name="T5" fmla="*/ 0 h 374"/>
                <a:gd name="T6" fmla="*/ 0 w 629"/>
                <a:gd name="T7" fmla="*/ 0 h 3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9" h="374">
                  <a:moveTo>
                    <a:pt x="0" y="0"/>
                  </a:moveTo>
                  <a:lnTo>
                    <a:pt x="556" y="373"/>
                  </a:lnTo>
                  <a:lnTo>
                    <a:pt x="628" y="0"/>
                  </a:lnTo>
                  <a:lnTo>
                    <a:pt x="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52" name="Freeform 24"/>
            <p:cNvSpPr>
              <a:spLocks noChangeArrowheads="1"/>
            </p:cNvSpPr>
            <p:nvPr/>
          </p:nvSpPr>
          <p:spPr bwMode="auto">
            <a:xfrm>
              <a:off x="0" y="885559"/>
              <a:ext cx="447642" cy="2259950"/>
            </a:xfrm>
            <a:custGeom>
              <a:avLst/>
              <a:gdLst>
                <a:gd name="T0" fmla="*/ 0 w 453"/>
                <a:gd name="T1" fmla="*/ 2104 h 2292"/>
                <a:gd name="T2" fmla="*/ 452 w 453"/>
                <a:gd name="T3" fmla="*/ 2291 h 2292"/>
                <a:gd name="T4" fmla="*/ 0 w 453"/>
                <a:gd name="T5" fmla="*/ 0 h 2292"/>
                <a:gd name="T6" fmla="*/ 0 w 453"/>
                <a:gd name="T7" fmla="*/ 2104 h 2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53" h="2292">
                  <a:moveTo>
                    <a:pt x="0" y="2104"/>
                  </a:moveTo>
                  <a:lnTo>
                    <a:pt x="452" y="2291"/>
                  </a:lnTo>
                  <a:lnTo>
                    <a:pt x="0" y="0"/>
                  </a:lnTo>
                  <a:lnTo>
                    <a:pt x="0" y="2104"/>
                  </a:lnTo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53" name="Freeform 25"/>
            <p:cNvSpPr>
              <a:spLocks noChangeArrowheads="1"/>
            </p:cNvSpPr>
            <p:nvPr/>
          </p:nvSpPr>
          <p:spPr bwMode="auto">
            <a:xfrm>
              <a:off x="0" y="-156114"/>
              <a:ext cx="1286433" cy="3342117"/>
            </a:xfrm>
            <a:custGeom>
              <a:avLst/>
              <a:gdLst>
                <a:gd name="T0" fmla="*/ 0 w 1306"/>
                <a:gd name="T1" fmla="*/ 0 h 3393"/>
                <a:gd name="T2" fmla="*/ 0 w 1306"/>
                <a:gd name="T3" fmla="*/ 1101 h 3393"/>
                <a:gd name="T4" fmla="*/ 452 w 1306"/>
                <a:gd name="T5" fmla="*/ 3392 h 3393"/>
                <a:gd name="T6" fmla="*/ 1305 w 1306"/>
                <a:gd name="T7" fmla="*/ 373 h 3393"/>
                <a:gd name="T8" fmla="*/ 749 w 1306"/>
                <a:gd name="T9" fmla="*/ 0 h 3393"/>
                <a:gd name="T10" fmla="*/ 0 w 1306"/>
                <a:gd name="T11" fmla="*/ 0 h 3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6" h="3393">
                  <a:moveTo>
                    <a:pt x="0" y="0"/>
                  </a:moveTo>
                  <a:lnTo>
                    <a:pt x="0" y="1101"/>
                  </a:lnTo>
                  <a:lnTo>
                    <a:pt x="452" y="3392"/>
                  </a:lnTo>
                  <a:lnTo>
                    <a:pt x="1305" y="373"/>
                  </a:lnTo>
                  <a:lnTo>
                    <a:pt x="749" y="0"/>
                  </a:lnTo>
                  <a:lnTo>
                    <a:pt x="0" y="0"/>
                  </a:lnTo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54" name="Freeform 26"/>
            <p:cNvSpPr>
              <a:spLocks noChangeArrowheads="1"/>
            </p:cNvSpPr>
            <p:nvPr/>
          </p:nvSpPr>
          <p:spPr bwMode="auto">
            <a:xfrm>
              <a:off x="8462804" y="1591817"/>
              <a:ext cx="6988462" cy="1786231"/>
            </a:xfrm>
            <a:custGeom>
              <a:avLst/>
              <a:gdLst>
                <a:gd name="T0" fmla="*/ 7092 w 7093"/>
                <a:gd name="T1" fmla="*/ 1811 h 1812"/>
                <a:gd name="T2" fmla="*/ 0 w 7093"/>
                <a:gd name="T3" fmla="*/ 728 h 1812"/>
                <a:gd name="T4" fmla="*/ 2685 w 7093"/>
                <a:gd name="T5" fmla="*/ 0 h 1812"/>
                <a:gd name="T6" fmla="*/ 7092 w 7093"/>
                <a:gd name="T7" fmla="*/ 1811 h 18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93" h="1812">
                  <a:moveTo>
                    <a:pt x="7092" y="1811"/>
                  </a:moveTo>
                  <a:lnTo>
                    <a:pt x="0" y="728"/>
                  </a:lnTo>
                  <a:lnTo>
                    <a:pt x="2685" y="0"/>
                  </a:lnTo>
                  <a:lnTo>
                    <a:pt x="7092" y="1811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  <p:sp>
          <p:nvSpPr>
            <p:cNvPr id="155" name="Freeform 12"/>
            <p:cNvSpPr>
              <a:spLocks noChangeArrowheads="1"/>
            </p:cNvSpPr>
            <p:nvPr/>
          </p:nvSpPr>
          <p:spPr bwMode="auto">
            <a:xfrm>
              <a:off x="9776123" y="-125128"/>
              <a:ext cx="2307757" cy="1734076"/>
            </a:xfrm>
            <a:custGeom>
              <a:avLst/>
              <a:gdLst>
                <a:gd name="T0" fmla="*/ 373 w 2343"/>
                <a:gd name="T1" fmla="*/ 0 h 1761"/>
                <a:gd name="T2" fmla="*/ 0 w 2343"/>
                <a:gd name="T3" fmla="*/ 197 h 1761"/>
                <a:gd name="T4" fmla="*/ 1377 w 2343"/>
                <a:gd name="T5" fmla="*/ 1760 h 1761"/>
                <a:gd name="T6" fmla="*/ 2342 w 2343"/>
                <a:gd name="T7" fmla="*/ 0 h 1761"/>
                <a:gd name="T8" fmla="*/ 373 w 2343"/>
                <a:gd name="T9" fmla="*/ 0 h 1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43" h="1761">
                  <a:moveTo>
                    <a:pt x="373" y="0"/>
                  </a:moveTo>
                  <a:lnTo>
                    <a:pt x="0" y="197"/>
                  </a:lnTo>
                  <a:lnTo>
                    <a:pt x="1377" y="1760"/>
                  </a:lnTo>
                  <a:lnTo>
                    <a:pt x="2342" y="0"/>
                  </a:lnTo>
                  <a:lnTo>
                    <a:pt x="373" y="0"/>
                  </a:ln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7198" dirty="0">
                <a:latin typeface="Nunito Light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27966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E5644A2-1DBF-44E7-83A4-B3EFDA681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graphicFrame>
        <p:nvGraphicFramePr>
          <p:cNvPr id="50" name="Content Placeholder 49">
            <a:extLst>
              <a:ext uri="{FF2B5EF4-FFF2-40B4-BE49-F238E27FC236}">
                <a16:creationId xmlns:a16="http://schemas.microsoft.com/office/drawing/2014/main" id="{9D137665-322E-45C8-A9A7-3FFA95B2CC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448479"/>
              </p:ext>
            </p:extLst>
          </p:nvPr>
        </p:nvGraphicFramePr>
        <p:xfrm>
          <a:off x="3630610" y="3558411"/>
          <a:ext cx="17116432" cy="7744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707BC4F-EC6E-4929-AB45-F3B8FE6CFBB8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A1112DE9-814C-4A0B-9B15-591DB0B96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70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DB45-508D-42EC-A0F2-7F1C64554D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892840" y="12712700"/>
            <a:ext cx="5484811" cy="730250"/>
          </a:xfrm>
        </p:spPr>
        <p:txBody>
          <a:bodyPr vert="horz" lIns="91440" tIns="45719" rIns="91440" bIns="45719" rtlCol="0" anchor="ctr">
            <a:normAutofit/>
          </a:bodyPr>
          <a:lstStyle/>
          <a:p>
            <a:pPr defTabSz="914414">
              <a:spcAft>
                <a:spcPts val="600"/>
              </a:spcAft>
            </a:pPr>
            <a:fld id="{48F63A3B-78C7-47BE-AE5E-E10140E04643}" type="slidenum">
              <a:rPr lang="en-US" smtClean="0"/>
              <a:pPr defTabSz="914414"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5" name="Title 13">
            <a:extLst>
              <a:ext uri="{FF2B5EF4-FFF2-40B4-BE49-F238E27FC236}">
                <a16:creationId xmlns:a16="http://schemas.microsoft.com/office/drawing/2014/main" id="{645DA479-C512-47E5-8E8D-4B4C022E6EA2}"/>
              </a:ext>
            </a:extLst>
          </p:cNvPr>
          <p:cNvSpPr txBox="1">
            <a:spLocks/>
          </p:cNvSpPr>
          <p:nvPr/>
        </p:nvSpPr>
        <p:spPr>
          <a:xfrm>
            <a:off x="1286603" y="6804150"/>
            <a:ext cx="21804454" cy="22714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88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en-US" sz="8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6A52B9-1867-49C9-93D8-07C826A0381E}"/>
              </a:ext>
            </a:extLst>
          </p:cNvPr>
          <p:cNvSpPr/>
          <p:nvPr/>
        </p:nvSpPr>
        <p:spPr>
          <a:xfrm rot="5400000">
            <a:off x="1854198" y="5478270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3303719886"/>
      </p:ext>
    </p:extLst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D49F8-1767-43F0-8840-77D6D51A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8CA3-501E-423E-B6D1-6B82CD199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4399" b="1" dirty="0">
                <a:latin typeface="Arial" panose="020B0604020202020204" pitchFamily="34" charset="0"/>
                <a:cs typeface="Arial" panose="020B0604020202020204" pitchFamily="34" charset="0"/>
              </a:rPr>
              <a:t>Open domain chatting system: </a:t>
            </a:r>
            <a:endParaRPr lang="en-HK" sz="43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lnSpc>
                <a:spcPct val="150000"/>
              </a:lnSpc>
              <a:buNone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Employed in a broad set of fields in human livings ranging from education to entertainment and business (</a:t>
            </a:r>
            <a:r>
              <a:rPr lang="en-US" sz="3599" dirty="0" err="1">
                <a:latin typeface="Arial" panose="020B0604020202020204" pitchFamily="34" charset="0"/>
                <a:cs typeface="Arial" panose="020B0604020202020204" pitchFamily="34" charset="0"/>
              </a:rPr>
              <a:t>Shawar</a:t>
            </a: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 &amp; Atwell, 2007). </a:t>
            </a:r>
          </a:p>
          <a:p>
            <a:pPr marL="914187" lvl="1" indent="0">
              <a:lnSpc>
                <a:spcPct val="150000"/>
              </a:lnSpc>
              <a:buNone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One goal is to make chatbots behave like human.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9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4399" b="1" dirty="0">
                <a:latin typeface="Arial" panose="020B0604020202020204" pitchFamily="34" charset="0"/>
                <a:cs typeface="Arial" panose="020B0604020202020204" pitchFamily="34" charset="0"/>
              </a:rPr>
              <a:t>Emotional intelligence</a:t>
            </a:r>
            <a:r>
              <a:rPr lang="en-HK" sz="4399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187" lvl="1" indent="0">
              <a:lnSpc>
                <a:spcPct val="150000"/>
              </a:lnSpc>
              <a:buNone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Capability of detecting, evaluating, and governing people’s emotions (</a:t>
            </a:r>
            <a:r>
              <a:rPr lang="en-US" sz="3599" dirty="0" err="1">
                <a:latin typeface="Arial" panose="020B0604020202020204" pitchFamily="34" charset="0"/>
                <a:cs typeface="Arial" panose="020B0604020202020204" pitchFamily="34" charset="0"/>
              </a:rPr>
              <a:t>Serrat</a:t>
            </a: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, 2017).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5F988-005E-4E04-8AB0-CBB3870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2E7AD-D2F9-457B-9EA0-7242A3767F28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818830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D49F8-1767-43F0-8840-77D6D51A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8CA3-501E-423E-B6D1-6B82CD199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 numCol="2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Human-Computer Interaction</a:t>
            </a: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HK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Sentiment Analysis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Improved Quality of Interaction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(Pang &amp; Lee, 2008;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Prendinger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&amp; Ishizuka, 2005)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Chatting System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HK" altLang="zh-CN" sz="40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Sentiment Analysis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Improved Quality of Responses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5F988-005E-4E04-8AB0-CBB3870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2E7AD-D2F9-457B-9EA0-7242A3767F28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39194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Problem Definition and Objectives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43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Definition</a:t>
                </a:r>
                <a:r>
                  <a:rPr lang="en-HK" sz="43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endParaRPr lang="en-US" sz="43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599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Input: </a:t>
                </a:r>
              </a:p>
              <a:p>
                <a:pPr marL="914187" lvl="1" indent="0">
                  <a:lnSpc>
                    <a:spcPct val="100000"/>
                  </a:lnSpc>
                  <a:buNone/>
                </a:pP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an utterance </a:t>
                </a:r>
                <a14:m>
                  <m:oMath xmlns:m="http://schemas.openxmlformats.org/officeDocument/2006/math"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=&lt;</m:t>
                    </m:r>
                    <m:sSub>
                      <m:sSubPr>
                        <m:ctrlP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sub>
                    </m:sSub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3599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; </a:t>
                </a:r>
              </a:p>
              <a:p>
                <a:pPr marL="914187" lvl="1" indent="0">
                  <a:lnSpc>
                    <a:spcPct val="100000"/>
                  </a:lnSpc>
                  <a:buNone/>
                </a:pP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an expected emotion category of reply </a:t>
                </a:r>
                <a14:m>
                  <m:oMath xmlns:m="http://schemas.openxmlformats.org/officeDocument/2006/math"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𝒆</m:t>
                    </m:r>
                  </m:oMath>
                </a14:m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 (one from Like, Sad, Disgusted, Angry and Happy).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599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Output: </a:t>
                </a:r>
              </a:p>
              <a:p>
                <a:pPr marL="914187" lvl="1" indent="0">
                  <a:lnSpc>
                    <a:spcPct val="100000"/>
                  </a:lnSpc>
                  <a:buNone/>
                </a:pP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an utterance </a:t>
                </a:r>
                <a14:m>
                  <m:oMath xmlns:m="http://schemas.openxmlformats.org/officeDocument/2006/math">
                    <m:r>
                      <a:rPr lang="en-HK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=&lt;</m:t>
                    </m:r>
                    <m:sSub>
                      <m:sSubPr>
                        <m:ctrlP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…,</m:t>
                        </m:r>
                        <m: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𝒍</m:t>
                        </m:r>
                      </m:sub>
                    </m:sSub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HK" sz="3599" b="1" i="1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sub>
                    </m:sSub>
                    <m:r>
                      <a:rPr lang="en-US" sz="3599" b="1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3599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sz="35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43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43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Objectives:</a:t>
                </a:r>
              </a:p>
              <a:p>
                <a:pPr marL="742964" indent="-742964">
                  <a:lnSpc>
                    <a:spcPct val="100000"/>
                  </a:lnSpc>
                  <a:buAutoNum type="arabicPeriod"/>
                </a:pPr>
                <a:r>
                  <a:rPr lang="en-HK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Consistent emotional expression: the</a:t>
                </a:r>
                <a:r>
                  <a:rPr lang="zh-CN" alt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HK" altLang="zh-CN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expression of emotion should be consistent and accurate</a:t>
                </a: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742964" indent="-742964">
                  <a:lnSpc>
                    <a:spcPct val="100000"/>
                  </a:lnSpc>
                  <a:buAutoNum type="arabicPeriod"/>
                </a:pP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Diversified responses: reduce repetition of terms and patterns in responses.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  <a:blipFill>
                <a:blip r:embed="rId2"/>
                <a:stretch>
                  <a:fillRect l="-1118" t="-1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104606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DB45-508D-42EC-A0F2-7F1C64554D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892840" y="12712700"/>
            <a:ext cx="5484811" cy="730250"/>
          </a:xfrm>
        </p:spPr>
        <p:txBody>
          <a:bodyPr vert="horz" lIns="91440" tIns="45719" rIns="91440" bIns="45719" rtlCol="0" anchor="ctr">
            <a:normAutofit/>
          </a:bodyPr>
          <a:lstStyle/>
          <a:p>
            <a:pPr defTabSz="914414">
              <a:spcAft>
                <a:spcPts val="600"/>
              </a:spcAft>
            </a:pPr>
            <a:fld id="{48F63A3B-78C7-47BE-AE5E-E10140E04643}" type="slidenum">
              <a:rPr lang="en-US" smtClean="0"/>
              <a:pPr defTabSz="914414"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5" name="Title 13">
            <a:extLst>
              <a:ext uri="{FF2B5EF4-FFF2-40B4-BE49-F238E27FC236}">
                <a16:creationId xmlns:a16="http://schemas.microsoft.com/office/drawing/2014/main" id="{645DA479-C512-47E5-8E8D-4B4C022E6EA2}"/>
              </a:ext>
            </a:extLst>
          </p:cNvPr>
          <p:cNvSpPr txBox="1">
            <a:spLocks/>
          </p:cNvSpPr>
          <p:nvPr/>
        </p:nvSpPr>
        <p:spPr>
          <a:xfrm>
            <a:off x="1286603" y="6804150"/>
            <a:ext cx="21804454" cy="22714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8800" b="1" dirty="0"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endParaRPr lang="en-US" sz="8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6A52B9-1867-49C9-93D8-07C826A0381E}"/>
              </a:ext>
            </a:extLst>
          </p:cNvPr>
          <p:cNvSpPr/>
          <p:nvPr/>
        </p:nvSpPr>
        <p:spPr>
          <a:xfrm rot="5400000">
            <a:off x="1854198" y="5478270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3827688384"/>
      </p:ext>
    </p:extLst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0F777-E3D3-4963-9796-58F916C2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C92D8-1A45-473E-A826-D6A303E5F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Affective Language Model 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(Ghosh, </a:t>
            </a:r>
            <a:r>
              <a:rPr lang="en-HK" sz="3999" dirty="0" err="1">
                <a:latin typeface="Arial" panose="020B0604020202020204" pitchFamily="34" charset="0"/>
                <a:cs typeface="Arial" panose="020B0604020202020204" pitchFamily="34" charset="0"/>
              </a:rPr>
              <a:t>Chollet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HK" sz="3999" dirty="0" err="1">
                <a:latin typeface="Arial" panose="020B0604020202020204" pitchFamily="34" charset="0"/>
                <a:cs typeface="Arial" panose="020B0604020202020204" pitchFamily="34" charset="0"/>
              </a:rPr>
              <a:t>Laksana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HK" sz="3999" dirty="0" err="1">
                <a:latin typeface="Arial" panose="020B0604020202020204" pitchFamily="34" charset="0"/>
                <a:cs typeface="Arial" panose="020B0604020202020204" pitchFamily="34" charset="0"/>
              </a:rPr>
              <a:t>Morency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, &amp; Scherer, 2017)</a:t>
            </a: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 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It generates sentences conditioned on affective category information.</a:t>
            </a: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 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It concentrates on sentence generation with emotions, instead of dialogue system.</a:t>
            </a:r>
            <a:endParaRPr lang="en-HK" sz="35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HK" sz="35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Emotional Chatting Machine 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(Zhou, Huang, Zhang, Zhu, &amp; Liu, 2018)</a:t>
            </a: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J"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The first neural network method to build an emotional chatbot base on large-scale conversational data.</a:t>
            </a:r>
          </a:p>
          <a:p>
            <a:pPr lvl="1">
              <a:buFont typeface="Wingdings" panose="05000000000000000000" pitchFamily="2" charset="2"/>
              <a:buChar char="J"/>
            </a:pPr>
            <a:endParaRPr lang="en-HK" sz="35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Affective Neural Response Generation 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(Asghar, Poupart, </a:t>
            </a:r>
            <a:r>
              <a:rPr lang="en-HK" sz="3999" dirty="0" err="1">
                <a:latin typeface="Arial" panose="020B0604020202020204" pitchFamily="34" charset="0"/>
                <a:cs typeface="Arial" panose="020B0604020202020204" pitchFamily="34" charset="0"/>
              </a:rPr>
              <a:t>Hoey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, Jiang, &amp; </a:t>
            </a:r>
            <a:r>
              <a:rPr lang="en-HK" sz="3999" dirty="0" err="1">
                <a:latin typeface="Arial" panose="020B0604020202020204" pitchFamily="34" charset="0"/>
                <a:cs typeface="Arial" panose="020B0604020202020204" pitchFamily="34" charset="0"/>
              </a:rPr>
              <a:t>Mou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, 2018)</a:t>
            </a: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 It proves that emotional factors improve the quality of responses.</a:t>
            </a: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 </a:t>
            </a: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The emotions of responses can not be assigned.</a:t>
            </a:r>
          </a:p>
          <a:p>
            <a:pPr marL="0" indent="0">
              <a:buNone/>
            </a:pPr>
            <a:endParaRPr lang="en-HK" sz="35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5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37BC5-DEA6-4D55-AFDF-99010D45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389172-A067-42A8-906C-5FEBD27FEF48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346856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Existing Common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HK" sz="47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HK" sz="4799" dirty="0">
                <a:latin typeface="Arial" panose="020B0604020202020204" pitchFamily="34" charset="0"/>
                <a:cs typeface="Arial" panose="020B0604020202020204" pitchFamily="34" charset="0"/>
              </a:rPr>
              <a:t>Repetitive and trivial universal responses: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HK" sz="4799" b="1" dirty="0">
                <a:latin typeface="Arial" panose="020B0604020202020204" pitchFamily="34" charset="0"/>
                <a:cs typeface="Arial" panose="020B0604020202020204" pitchFamily="34" charset="0"/>
              </a:rPr>
              <a:t>“I don’t know”, “Ha-ha!”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799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799" dirty="0">
                <a:latin typeface="Arial" panose="020B0604020202020204" pitchFamily="34" charset="0"/>
                <a:cs typeface="Arial" panose="020B0604020202020204" pitchFamily="34" charset="0"/>
              </a:rPr>
              <a:t>Terminate a conversation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799" dirty="0">
                <a:latin typeface="Arial" panose="020B0604020202020204" pitchFamily="34" charset="0"/>
                <a:cs typeface="Arial" panose="020B0604020202020204" pitchFamily="34" charset="0"/>
              </a:rPr>
              <a:t>Reduce satisfaction of users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124266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Work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Existing Common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endParaRPr lang="en-HK" sz="47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HK" sz="4799" dirty="0">
                <a:latin typeface="Arial" panose="020B0604020202020204" pitchFamily="34" charset="0"/>
                <a:cs typeface="Arial" panose="020B0604020202020204" pitchFamily="34" charset="0"/>
              </a:rPr>
              <a:t>Ignorance of input emotion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799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799" dirty="0">
                <a:latin typeface="Arial" panose="020B0604020202020204" pitchFamily="34" charset="0"/>
                <a:cs typeface="Arial" panose="020B0604020202020204" pitchFamily="34" charset="0"/>
              </a:rPr>
              <a:t>Inconsistent emotional expression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85795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DB45-508D-42EC-A0F2-7F1C64554D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892840" y="12712700"/>
            <a:ext cx="5484811" cy="730250"/>
          </a:xfrm>
        </p:spPr>
        <p:txBody>
          <a:bodyPr vert="horz" lIns="91440" tIns="45719" rIns="91440" bIns="45719" rtlCol="0" anchor="ctr">
            <a:normAutofit/>
          </a:bodyPr>
          <a:lstStyle/>
          <a:p>
            <a:pPr defTabSz="914414">
              <a:spcAft>
                <a:spcPts val="600"/>
              </a:spcAft>
            </a:pPr>
            <a:fld id="{48F63A3B-78C7-47BE-AE5E-E10140E04643}" type="slidenum">
              <a:rPr lang="en-US" smtClean="0"/>
              <a:pPr defTabSz="914414">
                <a:spcAft>
                  <a:spcPts val="600"/>
                </a:spcAft>
              </a:pPr>
              <a:t>10</a:t>
            </a:fld>
            <a:endParaRPr lang="en-US"/>
          </a:p>
        </p:txBody>
      </p:sp>
      <p:sp>
        <p:nvSpPr>
          <p:cNvPr id="35" name="Title 13">
            <a:extLst>
              <a:ext uri="{FF2B5EF4-FFF2-40B4-BE49-F238E27FC236}">
                <a16:creationId xmlns:a16="http://schemas.microsoft.com/office/drawing/2014/main" id="{645DA479-C512-47E5-8E8D-4B4C022E6EA2}"/>
              </a:ext>
            </a:extLst>
          </p:cNvPr>
          <p:cNvSpPr txBox="1">
            <a:spLocks/>
          </p:cNvSpPr>
          <p:nvPr/>
        </p:nvSpPr>
        <p:spPr>
          <a:xfrm>
            <a:off x="1286603" y="6804150"/>
            <a:ext cx="21804454" cy="22714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8800" b="1" dirty="0">
                <a:latin typeface="Arial" panose="020B0604020202020204" pitchFamily="34" charset="0"/>
                <a:cs typeface="Arial" panose="020B0604020202020204" pitchFamily="34" charset="0"/>
              </a:rPr>
              <a:t>Model Design</a:t>
            </a:r>
            <a:endParaRPr lang="en-US" sz="8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6A52B9-1867-49C9-93D8-07C826A0381E}"/>
              </a:ext>
            </a:extLst>
          </p:cNvPr>
          <p:cNvSpPr/>
          <p:nvPr/>
        </p:nvSpPr>
        <p:spPr>
          <a:xfrm rot="5400000">
            <a:off x="1854198" y="5478270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1669118330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E0F777-E3D3-4963-9796-58F916C2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Model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C92D8-1A45-473E-A826-D6A303E5F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9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9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9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39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</a:p>
          <a:p>
            <a:pPr marL="0" indent="0" algn="ctr">
              <a:buNone/>
            </a:pP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Emotional Chatting System</a:t>
            </a:r>
            <a:endParaRPr lang="en-US" sz="720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37BC5-DEA6-4D55-AFDF-99010D45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389172-A067-42A8-906C-5FEBD27FEF48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4001368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9130036"/>
            <a:ext cx="21804454" cy="3223891"/>
          </a:xfrm>
        </p:spPr>
        <p:txBody>
          <a:bodyPr numCol="2">
            <a:noAutofit/>
          </a:bodyPr>
          <a:lstStyle/>
          <a:p>
            <a:pPr marL="914187" lvl="1" indent="0">
              <a:buNone/>
            </a:pPr>
            <a:r>
              <a:rPr lang="en-HK" sz="4399" b="1" i="1" dirty="0"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</a:p>
          <a:p>
            <a:pPr marL="2571335" lvl="2" indent="-742964">
              <a:buFont typeface="+mj-lt"/>
              <a:buAutoNum type="arabicPeriod"/>
            </a:pPr>
            <a:r>
              <a:rPr lang="en-HK" dirty="0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en-HK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  <a:r>
              <a:rPr lang="en-HK" dirty="0">
                <a:latin typeface="Arial" panose="020B0604020202020204" pitchFamily="34" charset="0"/>
                <a:cs typeface="Arial" panose="020B0604020202020204" pitchFamily="34" charset="0"/>
              </a:rPr>
              <a:t> query</a:t>
            </a:r>
          </a:p>
          <a:p>
            <a:pPr marL="2571335" lvl="2" indent="-742964">
              <a:buFont typeface="+mj-lt"/>
              <a:buAutoNum type="arabicPeriod"/>
            </a:pPr>
            <a:r>
              <a:rPr lang="en-HK" dirty="0">
                <a:latin typeface="Arial" panose="020B0604020202020204" pitchFamily="34" charset="0"/>
                <a:cs typeface="Arial" panose="020B0604020202020204" pitchFamily="34" charset="0"/>
              </a:rPr>
              <a:t>one expected emotion of the reply</a:t>
            </a:r>
            <a:r>
              <a:rPr lang="en-HK" i="1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914187" lvl="1" indent="0">
              <a:buNone/>
            </a:pPr>
            <a:endParaRPr lang="en-HK" sz="3999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buNone/>
            </a:pPr>
            <a:r>
              <a:rPr lang="en-HK" sz="4399" b="1" i="1" dirty="0"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</a:p>
          <a:p>
            <a:pPr marL="2571335" lvl="2" indent="-742964">
              <a:buFont typeface="+mj-lt"/>
              <a:buAutoNum type="arabicPeriod"/>
            </a:pPr>
            <a:r>
              <a:rPr lang="en-HK" dirty="0">
                <a:latin typeface="Arial" panose="020B0604020202020204" pitchFamily="34" charset="0"/>
                <a:cs typeface="Arial" panose="020B0604020202020204" pitchFamily="34" charset="0"/>
              </a:rPr>
              <a:t>one reply sentence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3E8DCB-3516-471C-A99C-67F4BAD70C31}"/>
              </a:ext>
            </a:extLst>
          </p:cNvPr>
          <p:cNvGrpSpPr/>
          <p:nvPr/>
        </p:nvGrpSpPr>
        <p:grpSpPr>
          <a:xfrm>
            <a:off x="2499799" y="3565969"/>
            <a:ext cx="19709557" cy="5554433"/>
            <a:chOff x="2484236" y="4130391"/>
            <a:chExt cx="19709556" cy="5554433"/>
          </a:xfrm>
        </p:grpSpPr>
        <p:grpSp>
          <p:nvGrpSpPr>
            <p:cNvPr id="61" name="Canvas 1">
              <a:extLst>
                <a:ext uri="{FF2B5EF4-FFF2-40B4-BE49-F238E27FC236}">
                  <a16:creationId xmlns:a16="http://schemas.microsoft.com/office/drawing/2014/main" id="{40641CC8-7552-4536-BE88-AE44CC3018DB}"/>
                </a:ext>
              </a:extLst>
            </p:cNvPr>
            <p:cNvGrpSpPr/>
            <p:nvPr/>
          </p:nvGrpSpPr>
          <p:grpSpPr>
            <a:xfrm>
              <a:off x="2484236" y="4130391"/>
              <a:ext cx="19709556" cy="5554433"/>
              <a:chOff x="140130" y="731437"/>
              <a:chExt cx="5748468" cy="1620000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FD24860-04D5-471A-B707-2EA456656DF1}"/>
                  </a:ext>
                </a:extLst>
              </p:cNvPr>
              <p:cNvGrpSpPr/>
              <p:nvPr/>
            </p:nvGrpSpPr>
            <p:grpSpPr>
              <a:xfrm>
                <a:off x="2232025" y="731437"/>
                <a:ext cx="2448000" cy="1620000"/>
                <a:chOff x="2201642" y="180273"/>
                <a:chExt cx="2340000" cy="1620161"/>
              </a:xfrm>
            </p:grpSpPr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2EF5E381-F756-4866-8692-5259BD396E49}"/>
                    </a:ext>
                  </a:extLst>
                </p:cNvPr>
                <p:cNvGrpSpPr/>
                <p:nvPr/>
              </p:nvGrpSpPr>
              <p:grpSpPr>
                <a:xfrm>
                  <a:off x="2201642" y="180273"/>
                  <a:ext cx="2340000" cy="1620161"/>
                  <a:chOff x="2201642" y="180273"/>
                  <a:chExt cx="2340000" cy="1620161"/>
                </a:xfrm>
              </p:grpSpPr>
              <p:grpSp>
                <p:nvGrpSpPr>
                  <p:cNvPr id="82" name="Group 81">
                    <a:extLst>
                      <a:ext uri="{FF2B5EF4-FFF2-40B4-BE49-F238E27FC236}">
                        <a16:creationId xmlns:a16="http://schemas.microsoft.com/office/drawing/2014/main" id="{12B62B83-70FD-42A5-B573-C31E54BB7540}"/>
                      </a:ext>
                    </a:extLst>
                  </p:cNvPr>
                  <p:cNvGrpSpPr/>
                  <p:nvPr/>
                </p:nvGrpSpPr>
                <p:grpSpPr>
                  <a:xfrm>
                    <a:off x="2201642" y="180273"/>
                    <a:ext cx="2340000" cy="1620161"/>
                    <a:chOff x="1500399" y="180273"/>
                    <a:chExt cx="2730000" cy="1620161"/>
                  </a:xfrm>
                </p:grpSpPr>
                <p:sp>
                  <p:nvSpPr>
                    <p:cNvPr id="87" name="Rectangle: Rounded Corners 86">
                      <a:extLst>
                        <a:ext uri="{FF2B5EF4-FFF2-40B4-BE49-F238E27FC236}">
                          <a16:creationId xmlns:a16="http://schemas.microsoft.com/office/drawing/2014/main" id="{EC1719C3-DFAF-4041-BA70-38AF4FF1E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0399" y="180353"/>
                      <a:ext cx="2730000" cy="1620081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HK" sz="757"/>
                    </a:p>
                  </p:txBody>
                </p:sp>
                <p:sp>
                  <p:nvSpPr>
                    <p:cNvPr id="88" name="Rectangle 87">
                      <a:extLst>
                        <a:ext uri="{FF2B5EF4-FFF2-40B4-BE49-F238E27FC236}">
                          <a16:creationId xmlns:a16="http://schemas.microsoft.com/office/drawing/2014/main" id="{0A50EC02-922B-4D72-A464-DBA1CA14E9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0565" y="180273"/>
                      <a:ext cx="1980000" cy="252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ECS</a:t>
                      </a:r>
                      <a:endParaRPr lang="en-HK" sz="90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7E4FBA7C-2C18-4285-861F-25EC1B05069A}"/>
                      </a:ext>
                    </a:extLst>
                  </p:cNvPr>
                  <p:cNvGrpSpPr/>
                  <p:nvPr/>
                </p:nvGrpSpPr>
                <p:grpSpPr>
                  <a:xfrm>
                    <a:off x="2477213" y="467786"/>
                    <a:ext cx="1789305" cy="432147"/>
                    <a:chOff x="2465639" y="467786"/>
                    <a:chExt cx="1789305" cy="432147"/>
                  </a:xfrm>
                </p:grpSpPr>
                <p:cxnSp>
                  <p:nvCxnSpPr>
                    <p:cNvPr id="84" name="Straight Arrow Connector 83">
                      <a:extLst>
                        <a:ext uri="{FF2B5EF4-FFF2-40B4-BE49-F238E27FC236}">
                          <a16:creationId xmlns:a16="http://schemas.microsoft.com/office/drawing/2014/main" id="{3566AE39-1EA4-4AA0-886A-383BFCA908F8}"/>
                        </a:ext>
                      </a:extLst>
                    </p:cNvPr>
                    <p:cNvCxnSpPr>
                      <a:cxnSpLocks/>
                      <a:stCxn id="85" idx="3"/>
                      <a:endCxn id="86" idx="1"/>
                    </p:cNvCxnSpPr>
                    <p:nvPr/>
                  </p:nvCxnSpPr>
                  <p:spPr>
                    <a:xfrm flipV="1">
                      <a:off x="3153874" y="683807"/>
                      <a:ext cx="412834" cy="104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5" name="Rectangle: Rounded Corners 84">
                      <a:extLst>
                        <a:ext uri="{FF2B5EF4-FFF2-40B4-BE49-F238E27FC236}">
                          <a16:creationId xmlns:a16="http://schemas.microsoft.com/office/drawing/2014/main" id="{B3533A0D-219D-4253-8888-B52F1C474D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5639" y="467890"/>
                      <a:ext cx="688235" cy="432043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Encoder</a:t>
                      </a:r>
                      <a:endParaRPr lang="en-HK" sz="3999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86" name="Rectangle: Rounded Corners 85">
                      <a:extLst>
                        <a:ext uri="{FF2B5EF4-FFF2-40B4-BE49-F238E27FC236}">
                          <a16:creationId xmlns:a16="http://schemas.microsoft.com/office/drawing/2014/main" id="{6C9965B8-4D29-41E9-A3B2-F38240182E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6709" y="467786"/>
                      <a:ext cx="688235" cy="432043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Decoder</a:t>
                      </a:r>
                      <a:endParaRPr lang="en-HK" sz="1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81" name="Right Brace 80">
                  <a:extLst>
                    <a:ext uri="{FF2B5EF4-FFF2-40B4-BE49-F238E27FC236}">
                      <a16:creationId xmlns:a16="http://schemas.microsoft.com/office/drawing/2014/main" id="{10913B8B-1A7A-4A41-9C63-F310FB10EF68}"/>
                    </a:ext>
                  </a:extLst>
                </p:cNvPr>
                <p:cNvSpPr/>
                <p:nvPr/>
              </p:nvSpPr>
              <p:spPr>
                <a:xfrm rot="16200000" flipV="1">
                  <a:off x="3409276" y="250459"/>
                  <a:ext cx="232311" cy="1570197"/>
                </a:xfrm>
                <a:prstGeom prst="rightBrace">
                  <a:avLst>
                    <a:gd name="adj1" fmla="val 129895"/>
                    <a:gd name="adj2" fmla="val 34237"/>
                  </a:avLst>
                </a:prstGeom>
                <a:ln w="381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</p:grp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840E4B8-BAAB-4DE3-8013-820D3A15E846}"/>
                  </a:ext>
                </a:extLst>
              </p:cNvPr>
              <p:cNvSpPr/>
              <p:nvPr/>
            </p:nvSpPr>
            <p:spPr>
              <a:xfrm>
                <a:off x="140130" y="1287363"/>
                <a:ext cx="1043999" cy="504000"/>
              </a:xfrm>
              <a:prstGeom prst="rect">
                <a:avLst/>
              </a:prstGeom>
              <a:solidFill>
                <a:schemeClr val="bg1">
                  <a:lumMod val="8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199" i="1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Query</a:t>
                </a:r>
                <a:endParaRPr lang="en-HK" sz="31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en-US" sz="3199" i="1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Expected Emotion</a:t>
                </a:r>
                <a:endParaRPr lang="en-HK" sz="31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C18EB68F-E91F-441B-8DA6-E9895084BF86}"/>
                  </a:ext>
                </a:extLst>
              </p:cNvPr>
              <p:cNvSpPr/>
              <p:nvPr/>
            </p:nvSpPr>
            <p:spPr>
              <a:xfrm>
                <a:off x="4844599" y="1415955"/>
                <a:ext cx="1043999" cy="252096"/>
              </a:xfrm>
              <a:prstGeom prst="rect">
                <a:avLst/>
              </a:prstGeom>
              <a:solidFill>
                <a:schemeClr val="bg1">
                  <a:lumMod val="8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199" i="1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Emotional Reply</a:t>
                </a:r>
                <a:endParaRPr lang="en-HK" sz="31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D3260AAD-6A32-455E-9652-C86A9F061F2A}"/>
                  </a:ext>
                </a:extLst>
              </p:cNvPr>
              <p:cNvCxnSpPr>
                <a:cxnSpLocks/>
                <a:stCxn id="6" idx="3"/>
                <a:endCxn id="68" idx="1"/>
              </p:cNvCxnSpPr>
              <p:nvPr/>
            </p:nvCxnSpPr>
            <p:spPr>
              <a:xfrm>
                <a:off x="4680315" y="1542003"/>
                <a:ext cx="16428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1" name="Rectangle: Rounded Corners 70">
                <a:extLst>
                  <a:ext uri="{FF2B5EF4-FFF2-40B4-BE49-F238E27FC236}">
                    <a16:creationId xmlns:a16="http://schemas.microsoft.com/office/drawing/2014/main" id="{FB7AC7B4-ED57-4614-ABB5-60466BB1091D}"/>
                  </a:ext>
                </a:extLst>
              </p:cNvPr>
              <p:cNvSpPr/>
              <p:nvPr/>
            </p:nvSpPr>
            <p:spPr>
              <a:xfrm>
                <a:off x="1387236" y="1702255"/>
                <a:ext cx="756000" cy="4320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Topic Generator</a:t>
                </a:r>
                <a:endParaRPr lang="en-HK" sz="3200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4D89F4C4-E88E-4AFC-990B-1E28434DF93D}"/>
                  </a:ext>
                </a:extLst>
              </p:cNvPr>
              <p:cNvCxnSpPr>
                <a:cxnSpLocks/>
                <a:stCxn id="67" idx="3"/>
                <a:endCxn id="71" idx="1"/>
              </p:cNvCxnSpPr>
              <p:nvPr/>
            </p:nvCxnSpPr>
            <p:spPr>
              <a:xfrm>
                <a:off x="1184129" y="1539363"/>
                <a:ext cx="203107" cy="3788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E6DE82B4-272D-4DB3-849B-E33CC5E2DCA3}"/>
                  </a:ext>
                </a:extLst>
              </p:cNvPr>
              <p:cNvCxnSpPr>
                <a:cxnSpLocks/>
                <a:stCxn id="71" idx="3"/>
                <a:endCxn id="74" idx="1"/>
              </p:cNvCxnSpPr>
              <p:nvPr/>
            </p:nvCxnSpPr>
            <p:spPr>
              <a:xfrm>
                <a:off x="2143236" y="1918255"/>
                <a:ext cx="142764" cy="15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74" name="Rectangle: Rounded Corners 73">
                <a:extLst>
                  <a:ext uri="{FF2B5EF4-FFF2-40B4-BE49-F238E27FC236}">
                    <a16:creationId xmlns:a16="http://schemas.microsoft.com/office/drawing/2014/main" id="{F61347CF-84D1-44B5-A2DB-F66548A7AAE7}"/>
                  </a:ext>
                </a:extLst>
              </p:cNvPr>
              <p:cNvSpPr/>
              <p:nvPr/>
            </p:nvSpPr>
            <p:spPr>
              <a:xfrm>
                <a:off x="2286000" y="1702405"/>
                <a:ext cx="720000" cy="4320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Topic Attention</a:t>
                </a:r>
                <a:endParaRPr lang="en-HK" sz="35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5" name="Rectangle: Rounded Corners 74">
                <a:extLst>
                  <a:ext uri="{FF2B5EF4-FFF2-40B4-BE49-F238E27FC236}">
                    <a16:creationId xmlns:a16="http://schemas.microsoft.com/office/drawing/2014/main" id="{0BCA8B99-4450-4D4F-BDD5-6C58FA42CEF6}"/>
                  </a:ext>
                </a:extLst>
              </p:cNvPr>
              <p:cNvSpPr/>
              <p:nvPr/>
            </p:nvSpPr>
            <p:spPr>
              <a:xfrm>
                <a:off x="3078480" y="1701188"/>
                <a:ext cx="720000" cy="4320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External Memory</a:t>
                </a:r>
                <a:endParaRPr lang="en-HK" sz="35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76" name="Rectangle: Rounded Corners 75">
                <a:extLst>
                  <a:ext uri="{FF2B5EF4-FFF2-40B4-BE49-F238E27FC236}">
                    <a16:creationId xmlns:a16="http://schemas.microsoft.com/office/drawing/2014/main" id="{0B0D82BF-ED6E-4BF4-8D97-1CB3E5EE085B}"/>
                  </a:ext>
                </a:extLst>
              </p:cNvPr>
              <p:cNvSpPr/>
              <p:nvPr/>
            </p:nvSpPr>
            <p:spPr>
              <a:xfrm>
                <a:off x="3870324" y="1702405"/>
                <a:ext cx="720000" cy="4318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Grammar Filter</a:t>
                </a:r>
                <a:endParaRPr lang="en-HK" sz="35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65976F4-5ADA-4887-A833-03AEF1C6ECC2}"/>
                </a:ext>
              </a:extLst>
            </p:cNvPr>
            <p:cNvSpPr/>
            <p:nvPr/>
          </p:nvSpPr>
          <p:spPr>
            <a:xfrm>
              <a:off x="6557273" y="4136684"/>
              <a:ext cx="11493724" cy="5545727"/>
            </a:xfrm>
            <a:prstGeom prst="roundRect">
              <a:avLst/>
            </a:prstGeom>
            <a:noFill/>
            <a:ln w="6350" cap="flat" cmpd="sng" algn="ctr">
              <a:solidFill>
                <a:schemeClr val="dk1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57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08802249-14D3-43F0-83A3-AE222610454D}"/>
              </a:ext>
            </a:extLst>
          </p:cNvPr>
          <p:cNvSpPr/>
          <p:nvPr/>
        </p:nvSpPr>
        <p:spPr>
          <a:xfrm>
            <a:off x="2312632" y="5181482"/>
            <a:ext cx="3922728" cy="230918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8EBD5-D4ED-457D-A4C5-C895A3AFA457}"/>
              </a:ext>
            </a:extLst>
          </p:cNvPr>
          <p:cNvSpPr/>
          <p:nvPr/>
        </p:nvSpPr>
        <p:spPr>
          <a:xfrm>
            <a:off x="18433141" y="5700825"/>
            <a:ext cx="3972917" cy="1288590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43" name="Rectangle: Rounded Corners 70">
            <a:extLst>
              <a:ext uri="{FF2B5EF4-FFF2-40B4-BE49-F238E27FC236}">
                <a16:creationId xmlns:a16="http://schemas.microsoft.com/office/drawing/2014/main" id="{DECF827C-F536-4C6C-A07F-7CC61F1227DB}"/>
              </a:ext>
            </a:extLst>
          </p:cNvPr>
          <p:cNvSpPr/>
          <p:nvPr/>
        </p:nvSpPr>
        <p:spPr>
          <a:xfrm>
            <a:off x="6672832" y="4552013"/>
            <a:ext cx="2802667" cy="1481182"/>
          </a:xfrm>
          <a:prstGeom prst="roundRect">
            <a:avLst/>
          </a:prstGeom>
          <a:noFill/>
          <a:ln w="63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Emotion</a:t>
            </a:r>
          </a:p>
          <a:p>
            <a:pPr algn="ctr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Classification</a:t>
            </a:r>
          </a:p>
        </p:txBody>
      </p:sp>
      <p:cxnSp>
        <p:nvCxnSpPr>
          <p:cNvPr id="44" name="Straight Arrow Connector 72">
            <a:extLst>
              <a:ext uri="{FF2B5EF4-FFF2-40B4-BE49-F238E27FC236}">
                <a16:creationId xmlns:a16="http://schemas.microsoft.com/office/drawing/2014/main" id="{F7DD7BAF-640C-484E-9020-455E8FA98B7A}"/>
              </a:ext>
            </a:extLst>
          </p:cNvPr>
          <p:cNvCxnSpPr>
            <a:cxnSpLocks/>
            <a:stCxn id="43" idx="3"/>
            <a:endCxn id="85" idx="1"/>
          </p:cNvCxnSpPr>
          <p:nvPr/>
        </p:nvCxnSpPr>
        <p:spPr>
          <a:xfrm>
            <a:off x="9475499" y="5292604"/>
            <a:ext cx="118515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71">
            <a:extLst>
              <a:ext uri="{FF2B5EF4-FFF2-40B4-BE49-F238E27FC236}">
                <a16:creationId xmlns:a16="http://schemas.microsoft.com/office/drawing/2014/main" id="{12388D3C-6695-462C-8BCF-9E6E2E7E4ABD}"/>
              </a:ext>
            </a:extLst>
          </p:cNvPr>
          <p:cNvCxnSpPr>
            <a:cxnSpLocks/>
            <a:stCxn id="67" idx="3"/>
            <a:endCxn id="43" idx="1"/>
          </p:cNvCxnSpPr>
          <p:nvPr/>
        </p:nvCxnSpPr>
        <p:spPr>
          <a:xfrm flipV="1">
            <a:off x="6079319" y="5292604"/>
            <a:ext cx="593513" cy="10434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947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Model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9130036"/>
            <a:ext cx="21804451" cy="3223891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HK" sz="4799" b="1" i="1" dirty="0">
                <a:latin typeface="Arial" panose="020B0604020202020204" pitchFamily="34" charset="0"/>
                <a:cs typeface="Arial" panose="020B0604020202020204" pitchFamily="34" charset="0"/>
              </a:rPr>
              <a:t>Structure </a:t>
            </a:r>
          </a:p>
          <a:p>
            <a:pPr marL="0" indent="0">
              <a:buNone/>
            </a:pPr>
            <a:endParaRPr lang="en-HK" sz="39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Part 1: Input Data Processing</a:t>
            </a:r>
          </a:p>
          <a:p>
            <a:pPr marL="914187" lvl="1" indent="0">
              <a:buNone/>
            </a:pPr>
            <a:endParaRPr lang="en-HK" sz="39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buNone/>
            </a:pPr>
            <a:endParaRPr lang="en-HK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buNone/>
            </a:pPr>
            <a:endParaRPr lang="en-HK" sz="39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buNone/>
            </a:pPr>
            <a:endParaRPr lang="en-HK" sz="39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Part 2: Neural Network Structure</a:t>
            </a:r>
            <a:endParaRPr lang="en-US" sz="39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93587F6-8DE7-4855-BB2D-F12CAC058FDC}"/>
              </a:ext>
            </a:extLst>
          </p:cNvPr>
          <p:cNvGrpSpPr/>
          <p:nvPr/>
        </p:nvGrpSpPr>
        <p:grpSpPr>
          <a:xfrm>
            <a:off x="2498402" y="3565969"/>
            <a:ext cx="19709557" cy="5554433"/>
            <a:chOff x="2484236" y="4130391"/>
            <a:chExt cx="19709556" cy="5554433"/>
          </a:xfrm>
        </p:grpSpPr>
        <p:grpSp>
          <p:nvGrpSpPr>
            <p:cNvPr id="36" name="Canvas 1">
              <a:extLst>
                <a:ext uri="{FF2B5EF4-FFF2-40B4-BE49-F238E27FC236}">
                  <a16:creationId xmlns:a16="http://schemas.microsoft.com/office/drawing/2014/main" id="{ECE0172B-D971-4FC1-A28A-85E5C18127EA}"/>
                </a:ext>
              </a:extLst>
            </p:cNvPr>
            <p:cNvGrpSpPr/>
            <p:nvPr/>
          </p:nvGrpSpPr>
          <p:grpSpPr>
            <a:xfrm>
              <a:off x="2484236" y="4130391"/>
              <a:ext cx="19709556" cy="5554433"/>
              <a:chOff x="140130" y="731437"/>
              <a:chExt cx="5748468" cy="1620000"/>
            </a:xfrm>
          </p:grpSpPr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B393C694-C346-4AD5-A426-5BA2E402720D}"/>
                  </a:ext>
                </a:extLst>
              </p:cNvPr>
              <p:cNvGrpSpPr/>
              <p:nvPr/>
            </p:nvGrpSpPr>
            <p:grpSpPr>
              <a:xfrm>
                <a:off x="2232025" y="731437"/>
                <a:ext cx="2448000" cy="1620000"/>
                <a:chOff x="2201642" y="180273"/>
                <a:chExt cx="2340000" cy="1620161"/>
              </a:xfrm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B76BEE71-24A8-41D8-A8D2-655CFF675047}"/>
                    </a:ext>
                  </a:extLst>
                </p:cNvPr>
                <p:cNvGrpSpPr/>
                <p:nvPr/>
              </p:nvGrpSpPr>
              <p:grpSpPr>
                <a:xfrm>
                  <a:off x="2201642" y="180273"/>
                  <a:ext cx="2340000" cy="1620161"/>
                  <a:chOff x="2201642" y="180273"/>
                  <a:chExt cx="2340000" cy="1620161"/>
                </a:xfrm>
              </p:grpSpPr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FE76A0E9-058D-4292-B4BD-504F262E18DE}"/>
                      </a:ext>
                    </a:extLst>
                  </p:cNvPr>
                  <p:cNvGrpSpPr/>
                  <p:nvPr/>
                </p:nvGrpSpPr>
                <p:grpSpPr>
                  <a:xfrm>
                    <a:off x="2201642" y="180273"/>
                    <a:ext cx="2340000" cy="1620161"/>
                    <a:chOff x="1500399" y="180273"/>
                    <a:chExt cx="2730000" cy="1620161"/>
                  </a:xfrm>
                </p:grpSpPr>
                <p:sp>
                  <p:nvSpPr>
                    <p:cNvPr id="55" name="Rectangle: Rounded Corners 54">
                      <a:extLst>
                        <a:ext uri="{FF2B5EF4-FFF2-40B4-BE49-F238E27FC236}">
                          <a16:creationId xmlns:a16="http://schemas.microsoft.com/office/drawing/2014/main" id="{CFCDBF2F-0042-4B02-AFBA-5E548DC8A1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0399" y="180353"/>
                      <a:ext cx="2730000" cy="1620081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HK" sz="757"/>
                    </a:p>
                  </p:txBody>
                </p:sp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BAE789F7-E0A2-4C2A-852E-034399FCDA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80565" y="180273"/>
                      <a:ext cx="1980000" cy="2520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b="1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ECS</a:t>
                      </a:r>
                      <a:endParaRPr lang="en-HK" sz="901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CC32751E-B481-4985-A496-06C52D6B3E77}"/>
                      </a:ext>
                    </a:extLst>
                  </p:cNvPr>
                  <p:cNvGrpSpPr/>
                  <p:nvPr/>
                </p:nvGrpSpPr>
                <p:grpSpPr>
                  <a:xfrm>
                    <a:off x="2477213" y="467786"/>
                    <a:ext cx="1789305" cy="432147"/>
                    <a:chOff x="2465639" y="467786"/>
                    <a:chExt cx="1789305" cy="432147"/>
                  </a:xfrm>
                </p:grpSpPr>
                <p:cxnSp>
                  <p:nvCxnSpPr>
                    <p:cNvPr id="52" name="Straight Arrow Connector 51">
                      <a:extLst>
                        <a:ext uri="{FF2B5EF4-FFF2-40B4-BE49-F238E27FC236}">
                          <a16:creationId xmlns:a16="http://schemas.microsoft.com/office/drawing/2014/main" id="{CB6CF163-E512-4D1E-8360-99A93F941BCF}"/>
                        </a:ext>
                      </a:extLst>
                    </p:cNvPr>
                    <p:cNvCxnSpPr>
                      <a:cxnSpLocks/>
                      <a:stCxn id="53" idx="3"/>
                      <a:endCxn id="54" idx="1"/>
                    </p:cNvCxnSpPr>
                    <p:nvPr/>
                  </p:nvCxnSpPr>
                  <p:spPr>
                    <a:xfrm flipV="1">
                      <a:off x="3153874" y="683807"/>
                      <a:ext cx="412834" cy="104"/>
                    </a:xfrm>
                    <a:prstGeom prst="straightConnector1">
                      <a:avLst/>
                    </a:prstGeom>
                    <a:ln w="38100"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53" name="Rectangle: Rounded Corners 52">
                      <a:extLst>
                        <a:ext uri="{FF2B5EF4-FFF2-40B4-BE49-F238E27FC236}">
                          <a16:creationId xmlns:a16="http://schemas.microsoft.com/office/drawing/2014/main" id="{964FFDE9-24C0-448D-9D2B-6B8122249A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5639" y="467890"/>
                      <a:ext cx="688235" cy="432043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Encoder</a:t>
                      </a:r>
                      <a:endParaRPr lang="en-HK" sz="3999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54" name="Rectangle: Rounded Corners 53">
                      <a:extLst>
                        <a:ext uri="{FF2B5EF4-FFF2-40B4-BE49-F238E27FC236}">
                          <a16:creationId xmlns:a16="http://schemas.microsoft.com/office/drawing/2014/main" id="{9F66B712-057D-4C6C-980C-97FE2DCE12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66709" y="467786"/>
                      <a:ext cx="688235" cy="432043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Decoder</a:t>
                      </a:r>
                      <a:endParaRPr lang="en-HK" sz="10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49" name="Right Brace 48">
                  <a:extLst>
                    <a:ext uri="{FF2B5EF4-FFF2-40B4-BE49-F238E27FC236}">
                      <a16:creationId xmlns:a16="http://schemas.microsoft.com/office/drawing/2014/main" id="{C7FBF1FA-422F-4152-9494-49A590141D28}"/>
                    </a:ext>
                  </a:extLst>
                </p:cNvPr>
                <p:cNvSpPr/>
                <p:nvPr/>
              </p:nvSpPr>
              <p:spPr>
                <a:xfrm rot="16200000" flipV="1">
                  <a:off x="3409276" y="250459"/>
                  <a:ext cx="232311" cy="1570197"/>
                </a:xfrm>
                <a:prstGeom prst="rightBrace">
                  <a:avLst>
                    <a:gd name="adj1" fmla="val 129895"/>
                    <a:gd name="adj2" fmla="val 34237"/>
                  </a:avLst>
                </a:prstGeom>
                <a:ln w="381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</p:grp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F34D61A3-9142-48A3-8EEF-F53C09ADB4DC}"/>
                  </a:ext>
                </a:extLst>
              </p:cNvPr>
              <p:cNvSpPr/>
              <p:nvPr/>
            </p:nvSpPr>
            <p:spPr>
              <a:xfrm>
                <a:off x="140130" y="1287363"/>
                <a:ext cx="1043999" cy="504000"/>
              </a:xfrm>
              <a:prstGeom prst="rect">
                <a:avLst/>
              </a:prstGeom>
              <a:solidFill>
                <a:schemeClr val="bg1">
                  <a:lumMod val="8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199" i="1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Query</a:t>
                </a:r>
                <a:endParaRPr lang="en-HK" sz="31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algn="ctr"/>
                <a:r>
                  <a:rPr lang="en-US" sz="3199" i="1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Expected Emotion</a:t>
                </a:r>
                <a:endParaRPr lang="en-HK" sz="31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DE6BC0AE-450F-4A32-85E2-3ED15ACE99DD}"/>
                  </a:ext>
                </a:extLst>
              </p:cNvPr>
              <p:cNvSpPr/>
              <p:nvPr/>
            </p:nvSpPr>
            <p:spPr>
              <a:xfrm>
                <a:off x="4844599" y="1415955"/>
                <a:ext cx="1043999" cy="252096"/>
              </a:xfrm>
              <a:prstGeom prst="rect">
                <a:avLst/>
              </a:prstGeom>
              <a:solidFill>
                <a:schemeClr val="bg1">
                  <a:lumMod val="8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199" i="1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Emotional Reply</a:t>
                </a:r>
                <a:endParaRPr lang="en-HK" sz="31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E71FA6DE-98D9-4C21-8A93-B9A4486D73FC}"/>
                  </a:ext>
                </a:extLst>
              </p:cNvPr>
              <p:cNvCxnSpPr>
                <a:cxnSpLocks/>
                <a:stCxn id="37" idx="3"/>
                <a:endCxn id="40" idx="1"/>
              </p:cNvCxnSpPr>
              <p:nvPr/>
            </p:nvCxnSpPr>
            <p:spPr>
              <a:xfrm>
                <a:off x="4680315" y="1542003"/>
                <a:ext cx="16428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38B1049D-D3CF-4122-A224-B42D638E63E3}"/>
                  </a:ext>
                </a:extLst>
              </p:cNvPr>
              <p:cNvSpPr/>
              <p:nvPr/>
            </p:nvSpPr>
            <p:spPr>
              <a:xfrm>
                <a:off x="1388351" y="1701188"/>
                <a:ext cx="756000" cy="4320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200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Topic Generator</a:t>
                </a:r>
                <a:endParaRPr lang="en-HK" sz="3200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E18B1FCE-ABB6-4CB0-A3E3-33C13D601F48}"/>
                  </a:ext>
                </a:extLst>
              </p:cNvPr>
              <p:cNvCxnSpPr>
                <a:cxnSpLocks/>
                <a:stCxn id="39" idx="3"/>
                <a:endCxn id="42" idx="1"/>
              </p:cNvCxnSpPr>
              <p:nvPr/>
            </p:nvCxnSpPr>
            <p:spPr>
              <a:xfrm>
                <a:off x="1184129" y="1539363"/>
                <a:ext cx="204222" cy="377825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>
                <a:extLst>
                  <a:ext uri="{FF2B5EF4-FFF2-40B4-BE49-F238E27FC236}">
                    <a16:creationId xmlns:a16="http://schemas.microsoft.com/office/drawing/2014/main" id="{556C10D7-A4B6-4A80-8AB9-A18DC50174D0}"/>
                  </a:ext>
                </a:extLst>
              </p:cNvPr>
              <p:cNvCxnSpPr>
                <a:cxnSpLocks/>
                <a:stCxn id="42" idx="3"/>
                <a:endCxn id="45" idx="1"/>
              </p:cNvCxnSpPr>
              <p:nvPr/>
            </p:nvCxnSpPr>
            <p:spPr>
              <a:xfrm>
                <a:off x="2144351" y="1917188"/>
                <a:ext cx="141649" cy="1217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4B12F2C3-AB54-4D6D-BCA8-6BB2EFE3D781}"/>
                  </a:ext>
                </a:extLst>
              </p:cNvPr>
              <p:cNvSpPr/>
              <p:nvPr/>
            </p:nvSpPr>
            <p:spPr>
              <a:xfrm>
                <a:off x="2286000" y="1702405"/>
                <a:ext cx="720000" cy="4320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Topic Attention</a:t>
                </a:r>
                <a:endParaRPr lang="en-HK" sz="35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FA857C13-D349-4C7A-9F90-AC4B682B8048}"/>
                  </a:ext>
                </a:extLst>
              </p:cNvPr>
              <p:cNvSpPr/>
              <p:nvPr/>
            </p:nvSpPr>
            <p:spPr>
              <a:xfrm>
                <a:off x="3078480" y="1701188"/>
                <a:ext cx="720000" cy="4320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External Memory</a:t>
                </a:r>
                <a:endParaRPr lang="en-HK" sz="35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EEB52B5E-DC3B-476D-A632-7D155E9FF4E5}"/>
                  </a:ext>
                </a:extLst>
              </p:cNvPr>
              <p:cNvSpPr/>
              <p:nvPr/>
            </p:nvSpPr>
            <p:spPr>
              <a:xfrm>
                <a:off x="3870324" y="1702405"/>
                <a:ext cx="720000" cy="431800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Grammar Filter</a:t>
                </a:r>
                <a:endParaRPr lang="en-HK" sz="3599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363E2E3C-A7A7-434A-A695-91E650D793F0}"/>
                </a:ext>
              </a:extLst>
            </p:cNvPr>
            <p:cNvSpPr/>
            <p:nvPr/>
          </p:nvSpPr>
          <p:spPr>
            <a:xfrm>
              <a:off x="6557273" y="4136684"/>
              <a:ext cx="11493724" cy="5545727"/>
            </a:xfrm>
            <a:prstGeom prst="roundRect">
              <a:avLst/>
            </a:prstGeom>
            <a:noFill/>
            <a:ln w="6350" cap="flat" cmpd="sng" algn="ctr">
              <a:solidFill>
                <a:schemeClr val="dk1"/>
              </a:solidFill>
              <a:prstDash val="lg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757"/>
            </a:p>
          </p:txBody>
        </p:sp>
      </p:grp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055BF90-A708-4848-A202-85931F4D790C}"/>
              </a:ext>
            </a:extLst>
          </p:cNvPr>
          <p:cNvCxnSpPr>
            <a:cxnSpLocks/>
          </p:cNvCxnSpPr>
          <p:nvPr/>
        </p:nvCxnSpPr>
        <p:spPr>
          <a:xfrm>
            <a:off x="9372601" y="3337561"/>
            <a:ext cx="0" cy="9016366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: Rounded Corners 70">
            <a:extLst>
              <a:ext uri="{FF2B5EF4-FFF2-40B4-BE49-F238E27FC236}">
                <a16:creationId xmlns:a16="http://schemas.microsoft.com/office/drawing/2014/main" id="{810F12E8-5E9C-4BE4-8C4F-32294B271A37}"/>
              </a:ext>
            </a:extLst>
          </p:cNvPr>
          <p:cNvSpPr/>
          <p:nvPr/>
        </p:nvSpPr>
        <p:spPr>
          <a:xfrm>
            <a:off x="6672832" y="4552013"/>
            <a:ext cx="2802667" cy="1481182"/>
          </a:xfrm>
          <a:prstGeom prst="roundRect">
            <a:avLst/>
          </a:prstGeom>
          <a:noFill/>
          <a:ln w="63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spcFirstLastPara="0" vert="horz" wrap="square" lIns="91440" tIns="45719" rIns="91440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Emotion</a:t>
            </a:r>
          </a:p>
          <a:p>
            <a:pPr algn="ctr"/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DengXian" panose="02010600030101010101" pitchFamily="2" charset="-122"/>
                <a:cs typeface="Arial" panose="020B0604020202020204" pitchFamily="34" charset="0"/>
              </a:rPr>
              <a:t>Classification</a:t>
            </a:r>
          </a:p>
        </p:txBody>
      </p:sp>
      <p:cxnSp>
        <p:nvCxnSpPr>
          <p:cNvPr id="60" name="Straight Arrow Connector 43">
            <a:extLst>
              <a:ext uri="{FF2B5EF4-FFF2-40B4-BE49-F238E27FC236}">
                <a16:creationId xmlns:a16="http://schemas.microsoft.com/office/drawing/2014/main" id="{CDDD99D0-8CF1-4B82-855A-79057C1E8673}"/>
              </a:ext>
            </a:extLst>
          </p:cNvPr>
          <p:cNvCxnSpPr>
            <a:cxnSpLocks/>
            <a:stCxn id="59" idx="3"/>
            <a:endCxn id="53" idx="1"/>
          </p:cNvCxnSpPr>
          <p:nvPr/>
        </p:nvCxnSpPr>
        <p:spPr>
          <a:xfrm>
            <a:off x="9475499" y="5292604"/>
            <a:ext cx="11837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42">
            <a:extLst>
              <a:ext uri="{FF2B5EF4-FFF2-40B4-BE49-F238E27FC236}">
                <a16:creationId xmlns:a16="http://schemas.microsoft.com/office/drawing/2014/main" id="{289D278E-A8A7-4EFB-A0D7-A1C4E4AE505F}"/>
              </a:ext>
            </a:extLst>
          </p:cNvPr>
          <p:cNvCxnSpPr>
            <a:cxnSpLocks/>
            <a:stCxn id="39" idx="3"/>
            <a:endCxn id="59" idx="1"/>
          </p:cNvCxnSpPr>
          <p:nvPr/>
        </p:nvCxnSpPr>
        <p:spPr>
          <a:xfrm flipV="1">
            <a:off x="6077922" y="5292604"/>
            <a:ext cx="594910" cy="104347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7208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1: Input Data Processing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Topic Word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HK" sz="4399" b="1" i="1" dirty="0">
                <a:latin typeface="Arial" panose="020B0604020202020204" pitchFamily="34" charset="0"/>
                <a:cs typeface="Arial" panose="020B0604020202020204" pitchFamily="34" charset="0"/>
              </a:rPr>
              <a:t>Input: </a:t>
            </a: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a query sentence</a:t>
            </a:r>
          </a:p>
          <a:p>
            <a:pPr marL="0" indent="0">
              <a:buNone/>
            </a:pPr>
            <a:endParaRPr lang="en-HK" sz="4399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HK" sz="4399" b="1" i="1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HK" sz="4399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914187" lvl="1" indent="0">
              <a:buNone/>
            </a:pPr>
            <a:r>
              <a:rPr lang="en-HK" sz="3999" dirty="0">
                <a:latin typeface="Arial" panose="020B0604020202020204" pitchFamily="34" charset="0"/>
                <a:cs typeface="Arial" panose="020B0604020202020204" pitchFamily="34" charset="0"/>
              </a:rPr>
              <a:t>at most 15 topic words</a:t>
            </a:r>
            <a:endParaRPr lang="en-US" sz="39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9765668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1: Input Data Processing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Topic Word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HK" sz="4399" b="1" dirty="0">
                <a:latin typeface="Arial" panose="020B0604020202020204" pitchFamily="34" charset="0"/>
                <a:cs typeface="Arial" panose="020B0604020202020204" pitchFamily="34" charset="0"/>
              </a:rPr>
              <a:t>A Topic Library: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Skip-gram with Negative Sampling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999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HK" sz="3999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word embedding of all vocabulary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999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  <a:endParaRPr lang="en-HK" sz="39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HK" sz="3999" b="1" dirty="0">
                <a:latin typeface="Arial" panose="020B0604020202020204" pitchFamily="34" charset="0"/>
                <a:cs typeface="Arial" panose="020B0604020202020204" pitchFamily="34" charset="0"/>
              </a:rPr>
              <a:t>Gaussian Mixture Models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999" dirty="0">
                <a:latin typeface="Yu Mincho" panose="02020400000000000000" pitchFamily="18" charset="-128"/>
                <a:ea typeface="Yu Mincho" panose="02020400000000000000" pitchFamily="18" charset="-128"/>
                <a:cs typeface="Arial" panose="020B0604020202020204" pitchFamily="34" charset="0"/>
              </a:rPr>
              <a:t>⬇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3999" b="1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clusters</a:t>
            </a:r>
            <a:r>
              <a:rPr lang="en-US" sz="3999" i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where words with similar contextual information are in one cluster (topic library)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3999" i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168325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1: Input Data Processing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Topic Word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1657148" lvl="1" indent="-742964">
              <a:lnSpc>
                <a:spcPct val="150000"/>
              </a:lnSpc>
              <a:buFont typeface="+mj-lt"/>
              <a:buAutoNum type="arabicPeriod"/>
            </a:pPr>
            <a:r>
              <a:rPr lang="en-US" sz="4399" i="1" dirty="0">
                <a:latin typeface="Arial" panose="020B0604020202020204" pitchFamily="34" charset="0"/>
                <a:cs typeface="Arial" panose="020B0604020202020204" pitchFamily="34" charset="0"/>
              </a:rPr>
              <a:t>For each word w in the input sentence, select 5 best words from the same topic cluster according word embedding. </a:t>
            </a:r>
            <a:endParaRPr lang="en-US" sz="4399" dirty="0">
              <a:latin typeface="Yu Mincho" panose="02020400000000000000" pitchFamily="18" charset="-128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 marL="1657148" lvl="1" indent="-742964">
              <a:lnSpc>
                <a:spcPct val="150000"/>
              </a:lnSpc>
              <a:buFont typeface="+mj-lt"/>
              <a:buAutoNum type="arabicPeriod"/>
            </a:pPr>
            <a:r>
              <a:rPr lang="en-US" sz="4399" i="1" dirty="0">
                <a:latin typeface="Arial" panose="020B0604020202020204" pitchFamily="34" charset="0"/>
                <a:cs typeface="Arial" panose="020B0604020202020204" pitchFamily="34" charset="0"/>
              </a:rPr>
              <a:t>Then, Randomly select 15 words from topic word collection of the input sentence.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200934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altLang="zh-CN" sz="7201" b="1" dirty="0">
                <a:latin typeface="Arial" panose="020B0604020202020204" pitchFamily="34" charset="0"/>
                <a:cs typeface="Arial" panose="020B0604020202020204" pitchFamily="34" charset="0"/>
              </a:rPr>
              <a:t>Emotional CVAE Encoder</a:t>
            </a:r>
            <a:endParaRPr lang="en-US" sz="72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</p:spPr>
            <p:txBody>
              <a:bodyPr>
                <a:normAutofit/>
              </a:bodyPr>
              <a:lstStyle/>
              <a:p>
                <a:pPr marL="742951" indent="-742950">
                  <a:lnSpc>
                    <a:spcPct val="150000"/>
                  </a:lnSpc>
                  <a:buAutoNum type="arabicPeriod"/>
                </a:pPr>
                <a:r>
                  <a:rPr lang="en-US" sz="4400" dirty="0">
                    <a:latin typeface="Arial" panose="020B0604020202020204" pitchFamily="34" charset="0"/>
                    <a:cs typeface="Arial" panose="020B0604020202020204" pitchFamily="34" charset="0"/>
                  </a:rPr>
                  <a:t>CVAE </a:t>
                </a:r>
                <a:r>
                  <a:rPr lang="en-US" sz="44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approximate the response destruction by a latent variable </a:t>
                </a:r>
                <a14:m>
                  <m:oMath xmlns:m="http://schemas.openxmlformats.org/officeDocument/2006/math">
                    <m:r>
                      <a:rPr lang="en-US" sz="4400" b="1" i="1" smtClean="0">
                        <a:latin typeface="Cambria Math" panose="02040503050406030204" pitchFamily="18" charset="0"/>
                        <a:cs typeface="Arial" panose="020B0604020202020204" pitchFamily="34" charset="0"/>
                        <a:sym typeface="Wingdings" panose="05000000000000000000" pitchFamily="2" charset="2"/>
                      </a:rPr>
                      <m:t>𝒛</m:t>
                    </m:r>
                  </m:oMath>
                </a14:m>
                <a:r>
                  <a:rPr lang="en-US" sz="4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742951" indent="-742950">
                  <a:lnSpc>
                    <a:spcPct val="150000"/>
                  </a:lnSpc>
                  <a:buAutoNum type="arabicPeriod"/>
                </a:pPr>
                <a:r>
                  <a:rPr lang="en-US" sz="4400" dirty="0">
                    <a:latin typeface="Arial" panose="020B0604020202020204" pitchFamily="34" charset="0"/>
                    <a:cs typeface="Arial" panose="020B0604020202020204" pitchFamily="34" charset="0"/>
                  </a:rPr>
                  <a:t>Emotion Embedding </a:t>
                </a:r>
                <a:r>
                  <a:rPr lang="en-US" sz="44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 capture the emotion relationship between the query and response.</a:t>
                </a:r>
              </a:p>
              <a:p>
                <a:pPr marL="1" indent="0">
                  <a:lnSpc>
                    <a:spcPct val="150000"/>
                  </a:lnSpc>
                  <a:buNone/>
                </a:pPr>
                <a:r>
                  <a:rPr lang="en-US" sz="4400" dirty="0">
                    <a:latin typeface="Arial" panose="020B0604020202020204" pitchFamily="34" charset="0"/>
                    <a:cs typeface="Arial" panose="020B0604020202020204" pitchFamily="34" charset="0"/>
                    <a:sym typeface="Wingdings" panose="05000000000000000000" pitchFamily="2" charset="2"/>
                  </a:rPr>
                  <a:t> </a:t>
                </a:r>
                <a:endParaRPr lang="en-US" sz="4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  <a:blipFill>
                <a:blip r:embed="rId2"/>
                <a:stretch>
                  <a:fillRect l="-1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043327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Topic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599" y="3565967"/>
                <a:ext cx="8902427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Attention-base</a:t>
                </a:r>
                <a:r>
                  <a:rPr lang="en-US" altLang="zh-CN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sequence-to-sequence: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3600" i="1"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HK" sz="3600" b="0" i="1" smtClean="0"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, … </a:t>
                </a:r>
                <a:r>
                  <a:rPr lang="en-HK" sz="36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3600" i="1"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36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dirty="0">
                    <a:latin typeface="Yu Mincho" panose="02020400000000000000" pitchFamily="18" charset="-128"/>
                    <a:ea typeface="Yu Mincho" panose="02020400000000000000" pitchFamily="18" charset="-128"/>
                    <a:cs typeface="Arial" panose="020B0604020202020204" pitchFamily="34" charset="0"/>
                  </a:rPr>
                  <a:t>⬇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𝒂𝒕𝒕𝒏</m:t>
                          </m:r>
                        </m:sub>
                      </m:sSub>
                      <m:r>
                        <a:rPr lang="en-HK" sz="3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=(</m:t>
                      </m:r>
                      <m:sSubSup>
                        <m:sSubSupPr>
                          <m:ctrlP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𝒂𝒕𝒕𝒏</m:t>
                          </m:r>
                        </m:sub>
                        <m:sup>
                          <m:sSub>
                            <m:sSubPr>
                              <m:ctrlPr>
                                <a:rPr lang="en-HK" sz="3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HK" sz="3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HK" sz="3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</m:t>
                              </m:r>
                            </m:sub>
                          </m:sSub>
                        </m:sup>
                      </m:sSubSup>
                      <m:r>
                        <a:rPr lang="en-HK" sz="3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,…,</m:t>
                      </m:r>
                      <m:sSubSup>
                        <m:sSubSupPr>
                          <m:ctrlP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𝒂𝒕𝒕𝒏</m:t>
                          </m:r>
                        </m:sub>
                        <m:sup>
                          <m:sSub>
                            <m:sSubPr>
                              <m:ctrlPr>
                                <a:rPr lang="en-HK" sz="3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HK" sz="3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HK" sz="3600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𝑽</m:t>
                              </m:r>
                            </m:sub>
                          </m:sSub>
                        </m:sup>
                      </m:sSubSup>
                      <m:r>
                        <a:rPr lang="en-HK" sz="3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en-US" sz="35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599" y="3565967"/>
                <a:ext cx="8902427" cy="8787964"/>
              </a:xfrm>
              <a:blipFill>
                <a:blip r:embed="rId2"/>
                <a:stretch>
                  <a:fillRect l="-2055" t="-1110" r="-21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445FF1-28A0-41A5-9895-C54D65153942}"/>
              </a:ext>
            </a:extLst>
          </p:cNvPr>
          <p:cNvGrpSpPr/>
          <p:nvPr/>
        </p:nvGrpSpPr>
        <p:grpSpPr>
          <a:xfrm>
            <a:off x="9831223" y="374192"/>
            <a:ext cx="14374525" cy="13068758"/>
            <a:chOff x="177328" y="44224"/>
            <a:chExt cx="5664077" cy="514955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2244AE-78E9-4EBE-B072-691707CE783A}"/>
                </a:ext>
              </a:extLst>
            </p:cNvPr>
            <p:cNvGrpSpPr/>
            <p:nvPr/>
          </p:nvGrpSpPr>
          <p:grpSpPr>
            <a:xfrm>
              <a:off x="2136714" y="2961330"/>
              <a:ext cx="486324" cy="1798943"/>
              <a:chOff x="3460145" y="1947861"/>
              <a:chExt cx="486324" cy="1798943"/>
            </a:xfrm>
          </p:grpSpPr>
          <p:sp>
            <p:nvSpPr>
              <p:cNvPr id="103" name="矩形 24">
                <a:extLst>
                  <a:ext uri="{FF2B5EF4-FFF2-40B4-BE49-F238E27FC236}">
                    <a16:creationId xmlns:a16="http://schemas.microsoft.com/office/drawing/2014/main" id="{CEDCABCF-BFC9-470A-A29D-F82EE0ECBE1E}"/>
                  </a:ext>
                </a:extLst>
              </p:cNvPr>
              <p:cNvSpPr/>
              <p:nvPr/>
            </p:nvSpPr>
            <p:spPr>
              <a:xfrm>
                <a:off x="3475654" y="3494804"/>
                <a:ext cx="468059" cy="252000"/>
              </a:xfrm>
              <a:prstGeom prst="rect">
                <a:avLst/>
              </a:prstGeom>
              <a:noFill/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3199" b="1" dirty="0">
                    <a:solidFill>
                      <a:srgbClr val="A6A6A6"/>
                    </a:solidFill>
                    <a:latin typeface="Times New Roman" panose="02020603050405020304" pitchFamily="18" charset="0"/>
                    <a:ea typeface="STKaiti" panose="02010600040101010101" pitchFamily="2" charset="-122"/>
                  </a:rPr>
                  <a:t>当然</a:t>
                </a:r>
                <a:endParaRPr lang="en-HK" sz="31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B6F576AF-4FE6-4681-BCAF-09DF2A89788E}"/>
                  </a:ext>
                </a:extLst>
              </p:cNvPr>
              <p:cNvCxnSpPr>
                <a:stCxn id="103" idx="0"/>
                <a:endCxn id="105" idx="2"/>
              </p:cNvCxnSpPr>
              <p:nvPr/>
            </p:nvCxnSpPr>
            <p:spPr>
              <a:xfrm flipV="1">
                <a:off x="3709684" y="3314792"/>
                <a:ext cx="0" cy="179784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矩形 23">
                    <a:extLst>
                      <a:ext uri="{FF2B5EF4-FFF2-40B4-BE49-F238E27FC236}">
                        <a16:creationId xmlns:a16="http://schemas.microsoft.com/office/drawing/2014/main" id="{0C3CE813-FAD0-4FE9-BE42-4A759ADF2ACE}"/>
                      </a:ext>
                    </a:extLst>
                  </p:cNvPr>
                  <p:cNvSpPr/>
                  <p:nvPr/>
                </p:nvSpPr>
                <p:spPr>
                  <a:xfrm>
                    <a:off x="3475654" y="3063003"/>
                    <a:ext cx="468059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HK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sz="3199" b="1" i="1">
                            <a:solidFill>
                              <a:srgbClr val="A6A6A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′</m:t>
                        </m:r>
                      </m:oMath>
                    </a14:m>
                    <a:r>
                      <a:rPr lang="en-US" sz="3199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 </a:t>
                    </a:r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05" name="矩形 23">
                    <a:extLst>
                      <a:ext uri="{FF2B5EF4-FFF2-40B4-BE49-F238E27FC236}">
                        <a16:creationId xmlns:a16="http://schemas.microsoft.com/office/drawing/2014/main" id="{0C3CE813-FAD0-4FE9-BE42-4A759ADF2AC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5654" y="3063003"/>
                    <a:ext cx="468059" cy="252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6350" cap="flat" cmpd="sng" algn="ctr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8462E2E-AD3F-4788-A1C0-027F75E8F4EC}"/>
                  </a:ext>
                </a:extLst>
              </p:cNvPr>
              <p:cNvSpPr/>
              <p:nvPr/>
            </p:nvSpPr>
            <p:spPr>
              <a:xfrm>
                <a:off x="3583617" y="2486422"/>
                <a:ext cx="252032" cy="360001"/>
              </a:xfrm>
              <a:prstGeom prst="rect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FC0E5B56-0C2E-4B3E-9CCB-AB1E08B306E4}"/>
                  </a:ext>
                </a:extLst>
              </p:cNvPr>
              <p:cNvCxnSpPr>
                <a:stCxn id="105" idx="0"/>
                <a:endCxn id="106" idx="2"/>
              </p:cNvCxnSpPr>
              <p:nvPr/>
            </p:nvCxnSpPr>
            <p:spPr>
              <a:xfrm flipH="1" flipV="1">
                <a:off x="3709633" y="2846256"/>
                <a:ext cx="51" cy="216560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FB0765D-BA10-4C1A-8AD8-D8E6AFF61685}"/>
                  </a:ext>
                </a:extLst>
              </p:cNvPr>
              <p:cNvCxnSpPr/>
              <p:nvPr/>
            </p:nvCxnSpPr>
            <p:spPr>
              <a:xfrm flipV="1">
                <a:off x="3709493" y="2306865"/>
                <a:ext cx="156" cy="179500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C9A6C055-DB65-440A-B4FE-BF5A8EC4CC4E}"/>
                  </a:ext>
                </a:extLst>
              </p:cNvPr>
              <p:cNvSpPr/>
              <p:nvPr/>
            </p:nvSpPr>
            <p:spPr>
              <a:xfrm>
                <a:off x="3460145" y="2415505"/>
                <a:ext cx="486324" cy="543066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矩形 4">
                    <a:extLst>
                      <a:ext uri="{FF2B5EF4-FFF2-40B4-BE49-F238E27FC236}">
                        <a16:creationId xmlns:a16="http://schemas.microsoft.com/office/drawing/2014/main" id="{5122EB6E-1FA9-483D-8547-07B8CCFD88B2}"/>
                      </a:ext>
                    </a:extLst>
                  </p:cNvPr>
                  <p:cNvSpPr/>
                  <p:nvPr/>
                </p:nvSpPr>
                <p:spPr>
                  <a:xfrm>
                    <a:off x="3584059" y="1947861"/>
                    <a:ext cx="251460" cy="35905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10" name="矩形 4">
                    <a:extLst>
                      <a:ext uri="{FF2B5EF4-FFF2-40B4-BE49-F238E27FC236}">
                        <a16:creationId xmlns:a16="http://schemas.microsoft.com/office/drawing/2014/main" id="{5122EB6E-1FA9-483D-8547-07B8CCFD88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4059" y="1947861"/>
                    <a:ext cx="251460" cy="3590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66EA17-5F65-47A4-B122-A07E31D39969}"/>
                </a:ext>
              </a:extLst>
            </p:cNvPr>
            <p:cNvGrpSpPr/>
            <p:nvPr/>
          </p:nvGrpSpPr>
          <p:grpSpPr>
            <a:xfrm>
              <a:off x="3210600" y="2977168"/>
              <a:ext cx="2630805" cy="1124629"/>
              <a:chOff x="0" y="0"/>
              <a:chExt cx="2631271" cy="1125285"/>
            </a:xfrm>
          </p:grpSpPr>
          <p:sp>
            <p:nvSpPr>
              <p:cNvPr id="85" name="矩形 24">
                <a:extLst>
                  <a:ext uri="{FF2B5EF4-FFF2-40B4-BE49-F238E27FC236}">
                    <a16:creationId xmlns:a16="http://schemas.microsoft.com/office/drawing/2014/main" id="{D168D0B9-BB52-46D4-9BF5-40680466BB14}"/>
                  </a:ext>
                </a:extLst>
              </p:cNvPr>
              <p:cNvSpPr/>
              <p:nvPr/>
            </p:nvSpPr>
            <p:spPr>
              <a:xfrm>
                <a:off x="723091" y="873285"/>
                <a:ext cx="1188000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199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Topic Words</a:t>
                </a:r>
                <a:endParaRPr lang="en-HK" sz="31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3CBF637-1872-44F5-B92C-4B132670583D}"/>
                  </a:ext>
                </a:extLst>
              </p:cNvPr>
              <p:cNvGrpSpPr/>
              <p:nvPr/>
            </p:nvGrpSpPr>
            <p:grpSpPr>
              <a:xfrm>
                <a:off x="0" y="0"/>
                <a:ext cx="2631271" cy="864225"/>
                <a:chOff x="0" y="0"/>
                <a:chExt cx="2631271" cy="864225"/>
              </a:xfrm>
            </p:grpSpPr>
            <p:sp>
              <p:nvSpPr>
                <p:cNvPr id="87" name="矩形 23">
                  <a:extLst>
                    <a:ext uri="{FF2B5EF4-FFF2-40B4-BE49-F238E27FC236}">
                      <a16:creationId xmlns:a16="http://schemas.microsoft.com/office/drawing/2014/main" id="{C7E2C06F-F2BB-4DCB-9BCE-8CD5B66E7053}"/>
                    </a:ext>
                  </a:extLst>
                </p:cNvPr>
                <p:cNvSpPr/>
                <p:nvPr/>
              </p:nvSpPr>
              <p:spPr>
                <a:xfrm>
                  <a:off x="3001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温馨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88" name="矩形 24">
                  <a:extLst>
                    <a:ext uri="{FF2B5EF4-FFF2-40B4-BE49-F238E27FC236}">
                      <a16:creationId xmlns:a16="http://schemas.microsoft.com/office/drawing/2014/main" id="{BD56074F-040F-4C61-A23D-9C69F321C0F9}"/>
                    </a:ext>
                  </a:extLst>
                </p:cNvPr>
                <p:cNvSpPr/>
                <p:nvPr/>
              </p:nvSpPr>
              <p:spPr>
                <a:xfrm>
                  <a:off x="542751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好人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89" name="矩形 25">
                  <a:extLst>
                    <a:ext uri="{FF2B5EF4-FFF2-40B4-BE49-F238E27FC236}">
                      <a16:creationId xmlns:a16="http://schemas.microsoft.com/office/drawing/2014/main" id="{BAA774AE-E74D-4FD1-BCDE-94C311A28FB0}"/>
                    </a:ext>
                  </a:extLst>
                </p:cNvPr>
                <p:cNvSpPr/>
                <p:nvPr/>
              </p:nvSpPr>
              <p:spPr>
                <a:xfrm>
                  <a:off x="1083136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dirty="0">
                      <a:solidFill>
                        <a:srgbClr val="000000"/>
                      </a:solidFill>
                      <a:latin typeface="STKaiti" panose="02010600040101010101" pitchFamily="2" charset="-122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90" name="矩形 26">
                  <a:extLst>
                    <a:ext uri="{FF2B5EF4-FFF2-40B4-BE49-F238E27FC236}">
                      <a16:creationId xmlns:a16="http://schemas.microsoft.com/office/drawing/2014/main" id="{A8E66886-262A-415C-A6DB-D0BAF7ABCE95}"/>
                    </a:ext>
                  </a:extLst>
                </p:cNvPr>
                <p:cNvSpPr/>
                <p:nvPr/>
              </p:nvSpPr>
              <p:spPr>
                <a:xfrm>
                  <a:off x="1622886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文化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021AD3B3-4598-4BDE-95BB-36EACFA58A68}"/>
                    </a:ext>
                  </a:extLst>
                </p:cNvPr>
                <p:cNvCxnSpPr/>
                <p:nvPr/>
              </p:nvCxnSpPr>
              <p:spPr>
                <a:xfrm flipV="1">
                  <a:off x="236681" y="252095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2" name="矩形 24">
                  <a:extLst>
                    <a:ext uri="{FF2B5EF4-FFF2-40B4-BE49-F238E27FC236}">
                      <a16:creationId xmlns:a16="http://schemas.microsoft.com/office/drawing/2014/main" id="{499EBDEF-2D8C-4AF1-89D2-024F3A1C4382}"/>
                    </a:ext>
                  </a:extLst>
                </p:cNvPr>
                <p:cNvSpPr/>
                <p:nvPr/>
              </p:nvSpPr>
              <p:spPr>
                <a:xfrm>
                  <a:off x="2163271" y="431800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人群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93" name="Right Brace 92">
                  <a:extLst>
                    <a:ext uri="{FF2B5EF4-FFF2-40B4-BE49-F238E27FC236}">
                      <a16:creationId xmlns:a16="http://schemas.microsoft.com/office/drawing/2014/main" id="{7F59C7D4-46ED-43EB-B618-88084867F743}"/>
                    </a:ext>
                  </a:extLst>
                </p:cNvPr>
                <p:cNvSpPr/>
                <p:nvPr/>
              </p:nvSpPr>
              <p:spPr>
                <a:xfrm rot="16200000" flipH="1">
                  <a:off x="1235786" y="-531159"/>
                  <a:ext cx="159598" cy="2631170"/>
                </a:xfrm>
                <a:prstGeom prst="rightBrace">
                  <a:avLst>
                    <a:gd name="adj1" fmla="val 123266"/>
                    <a:gd name="adj2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6106AAE4-C451-4569-8158-1C989A4D2A54}"/>
                    </a:ext>
                  </a:extLst>
                </p:cNvPr>
                <p:cNvCxnSpPr/>
                <p:nvPr/>
              </p:nvCxnSpPr>
              <p:spPr>
                <a:xfrm flipV="1">
                  <a:off x="777066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EF7F2229-664C-480E-8F90-AA98E2522E1B}"/>
                    </a:ext>
                  </a:extLst>
                </p:cNvPr>
                <p:cNvCxnSpPr/>
                <p:nvPr/>
              </p:nvCxnSpPr>
              <p:spPr>
                <a:xfrm flipV="1">
                  <a:off x="1316816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0E85CBDC-6F88-4523-8CBF-8E0346BAD46F}"/>
                    </a:ext>
                  </a:extLst>
                </p:cNvPr>
                <p:cNvCxnSpPr/>
                <p:nvPr/>
              </p:nvCxnSpPr>
              <p:spPr>
                <a:xfrm flipV="1">
                  <a:off x="1857201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27DB2311-89E7-4E34-90F9-28ED19E09CD6}"/>
                    </a:ext>
                  </a:extLst>
                </p:cNvPr>
                <p:cNvCxnSpPr/>
                <p:nvPr/>
              </p:nvCxnSpPr>
              <p:spPr>
                <a:xfrm flipV="1">
                  <a:off x="2396951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矩形 23">
                      <a:extLst>
                        <a:ext uri="{FF2B5EF4-FFF2-40B4-BE49-F238E27FC236}">
                          <a16:creationId xmlns:a16="http://schemas.microsoft.com/office/drawing/2014/main" id="{83D64522-356C-495A-83D5-00102307C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1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矩形 23">
                      <a:extLst>
                        <a:ext uri="{FF2B5EF4-FFF2-40B4-BE49-F238E27FC236}">
                          <a16:creationId xmlns:a16="http://schemas.microsoft.com/office/drawing/2014/main" id="{83D64522-356C-495A-83D5-00102307C17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6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矩形 23">
                      <a:extLst>
                        <a:ext uri="{FF2B5EF4-FFF2-40B4-BE49-F238E27FC236}">
                          <a16:creationId xmlns:a16="http://schemas.microsoft.com/office/drawing/2014/main" id="{30774E8D-56A4-4B26-A106-2838F0AD1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75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31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9" name="矩形 23">
                      <a:extLst>
                        <a:ext uri="{FF2B5EF4-FFF2-40B4-BE49-F238E27FC236}">
                          <a16:creationId xmlns:a16="http://schemas.microsoft.com/office/drawing/2014/main" id="{30774E8D-56A4-4B26-A106-2838F0AD14E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275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0" name="矩形 23">
                  <a:extLst>
                    <a:ext uri="{FF2B5EF4-FFF2-40B4-BE49-F238E27FC236}">
                      <a16:creationId xmlns:a16="http://schemas.microsoft.com/office/drawing/2014/main" id="{E9D9D8CB-FFDC-4B59-9030-35DE680ECFB6}"/>
                    </a:ext>
                  </a:extLst>
                </p:cNvPr>
                <p:cNvSpPr/>
                <p:nvPr/>
              </p:nvSpPr>
              <p:spPr>
                <a:xfrm>
                  <a:off x="1083136" y="0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矩形 23">
                      <a:extLst>
                        <a:ext uri="{FF2B5EF4-FFF2-40B4-BE49-F238E27FC236}">
                          <a16:creationId xmlns:a16="http://schemas.microsoft.com/office/drawing/2014/main" id="{E6E830AA-5C18-40AA-A8E1-27E08E4B5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2886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HK" sz="3199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sz="31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HK" sz="3199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𝟏𝟒</m:t>
                                </m:r>
                              </m:sub>
                              <m:sup>
                                <m:r>
                                  <a:rPr lang="en-US" sz="31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01" name="矩形 23">
                      <a:extLst>
                        <a:ext uri="{FF2B5EF4-FFF2-40B4-BE49-F238E27FC236}">
                          <a16:creationId xmlns:a16="http://schemas.microsoft.com/office/drawing/2014/main" id="{E6E830AA-5C18-40AA-A8E1-27E08E4B5B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2886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矩形 23">
                      <a:extLst>
                        <a:ext uri="{FF2B5EF4-FFF2-40B4-BE49-F238E27FC236}">
                          <a16:creationId xmlns:a16="http://schemas.microsoft.com/office/drawing/2014/main" id="{A99CED3A-E014-4712-9564-E4EBC0FBAE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6327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HK" sz="3199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𝟏𝟓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31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02" name="矩形 23">
                      <a:extLst>
                        <a:ext uri="{FF2B5EF4-FFF2-40B4-BE49-F238E27FC236}">
                          <a16:creationId xmlns:a16="http://schemas.microsoft.com/office/drawing/2014/main" id="{A99CED3A-E014-4712-9564-E4EBC0FBAED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327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992C170-8160-4E4F-B989-05A9995DF2FE}"/>
                </a:ext>
              </a:extLst>
            </p:cNvPr>
            <p:cNvGrpSpPr/>
            <p:nvPr/>
          </p:nvGrpSpPr>
          <p:grpSpPr>
            <a:xfrm>
              <a:off x="2299121" y="44224"/>
              <a:ext cx="1440000" cy="1633839"/>
              <a:chOff x="3097089" y="565915"/>
              <a:chExt cx="1440000" cy="163383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矩形 4">
                    <a:extLst>
                      <a:ext uri="{FF2B5EF4-FFF2-40B4-BE49-F238E27FC236}">
                        <a16:creationId xmlns:a16="http://schemas.microsoft.com/office/drawing/2014/main" id="{36D49C55-081C-4281-8080-4E2583DB4D58}"/>
                      </a:ext>
                    </a:extLst>
                  </p:cNvPr>
                  <p:cNvSpPr/>
                  <p:nvPr/>
                </p:nvSpPr>
                <p:spPr>
                  <a:xfrm>
                    <a:off x="3691909" y="565915"/>
                    <a:ext cx="252000" cy="360000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HK" sz="27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72" name="矩形 4">
                    <a:extLst>
                      <a:ext uri="{FF2B5EF4-FFF2-40B4-BE49-F238E27FC236}">
                        <a16:creationId xmlns:a16="http://schemas.microsoft.com/office/drawing/2014/main" id="{36D49C55-081C-4281-8080-4E2583DB4D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1909" y="565915"/>
                    <a:ext cx="252000" cy="360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9E0D8F72-17A3-4B75-AF38-F3A514938313}"/>
                  </a:ext>
                </a:extLst>
              </p:cNvPr>
              <p:cNvSpPr/>
              <p:nvPr/>
            </p:nvSpPr>
            <p:spPr>
              <a:xfrm>
                <a:off x="3097089" y="1062447"/>
                <a:ext cx="1440000" cy="290738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799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FNN + log_softmax</a:t>
                </a:r>
                <a:endParaRPr lang="en-HK" sz="27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2E0C9BC-5B13-46F6-99B7-2D72A670CA3C}"/>
                  </a:ext>
                </a:extLst>
              </p:cNvPr>
              <p:cNvCxnSpPr/>
              <p:nvPr/>
            </p:nvCxnSpPr>
            <p:spPr>
              <a:xfrm flipV="1">
                <a:off x="3817064" y="925915"/>
                <a:ext cx="845" cy="136532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66D124B6-96C4-48D0-9767-D37A7E8585C3}"/>
                  </a:ext>
                </a:extLst>
              </p:cNvPr>
              <p:cNvGrpSpPr/>
              <p:nvPr/>
            </p:nvGrpSpPr>
            <p:grpSpPr>
              <a:xfrm>
                <a:off x="3330575" y="1353185"/>
                <a:ext cx="252000" cy="846000"/>
                <a:chOff x="3691909" y="1353185"/>
                <a:chExt cx="252000" cy="847134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F764BE49-9403-4DB3-B330-1625B258B8D6}"/>
                    </a:ext>
                  </a:extLst>
                </p:cNvPr>
                <p:cNvGrpSpPr/>
                <p:nvPr/>
              </p:nvGrpSpPr>
              <p:grpSpPr>
                <a:xfrm>
                  <a:off x="3691909" y="1481183"/>
                  <a:ext cx="252000" cy="719136"/>
                  <a:chOff x="3856355" y="841540"/>
                  <a:chExt cx="252000" cy="71913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3" name="矩形 4">
                        <a:extLst>
                          <a:ext uri="{FF2B5EF4-FFF2-40B4-BE49-F238E27FC236}">
                            <a16:creationId xmlns:a16="http://schemas.microsoft.com/office/drawing/2014/main" id="{13ED0261-05DB-4BF2-8F28-AF606AD88A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6355" y="1200676"/>
                        <a:ext cx="252000" cy="36000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3" name="矩形 4">
                        <a:extLst>
                          <a:ext uri="{FF2B5EF4-FFF2-40B4-BE49-F238E27FC236}">
                            <a16:creationId xmlns:a16="http://schemas.microsoft.com/office/drawing/2014/main" id="{13ED0261-05DB-4BF2-8F28-AF606AD88AE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6355" y="1200676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4" name="矩形 4">
                        <a:extLst>
                          <a:ext uri="{FF2B5EF4-FFF2-40B4-BE49-F238E27FC236}">
                            <a16:creationId xmlns:a16="http://schemas.microsoft.com/office/drawing/2014/main" id="{D2BE99EB-E6E1-42A4-8FD1-0E256E8E9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6355" y="841540"/>
                        <a:ext cx="252000" cy="36000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4" name="矩形 4">
                        <a:extLst>
                          <a:ext uri="{FF2B5EF4-FFF2-40B4-BE49-F238E27FC236}">
                            <a16:creationId xmlns:a16="http://schemas.microsoft.com/office/drawing/2014/main" id="{D2BE99EB-E6E1-42A4-8FD1-0E256E8E947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6355" y="841540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DFFFE8C2-9459-48F3-BDDF-1A7A28719D2C}"/>
                    </a:ext>
                  </a:extLst>
                </p:cNvPr>
                <p:cNvCxnSpPr/>
                <p:nvPr/>
              </p:nvCxnSpPr>
              <p:spPr>
                <a:xfrm flipH="1" flipV="1">
                  <a:off x="3817064" y="1353185"/>
                  <a:ext cx="845" cy="127998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50C2FAB-F4D8-43CB-B94D-34A0C6E20AAF}"/>
                  </a:ext>
                </a:extLst>
              </p:cNvPr>
              <p:cNvGrpSpPr/>
              <p:nvPr/>
            </p:nvGrpSpPr>
            <p:grpSpPr>
              <a:xfrm>
                <a:off x="4050665" y="1353754"/>
                <a:ext cx="252000" cy="846000"/>
                <a:chOff x="0" y="0"/>
                <a:chExt cx="252000" cy="847134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E3286B9C-CABB-4A44-AC4D-9A0EEFB618F9}"/>
                    </a:ext>
                  </a:extLst>
                </p:cNvPr>
                <p:cNvGrpSpPr/>
                <p:nvPr/>
              </p:nvGrpSpPr>
              <p:grpSpPr>
                <a:xfrm>
                  <a:off x="0" y="127998"/>
                  <a:ext cx="252000" cy="719136"/>
                  <a:chOff x="0" y="127998"/>
                  <a:chExt cx="252000" cy="71913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9" name="矩形 4">
                        <a:extLst>
                          <a:ext uri="{FF2B5EF4-FFF2-40B4-BE49-F238E27FC236}">
                            <a16:creationId xmlns:a16="http://schemas.microsoft.com/office/drawing/2014/main" id="{C90734E6-751A-415F-9D1C-67555215C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487134"/>
                        <a:ext cx="252000" cy="360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>
                          <a:lnSpc>
                            <a:spcPct val="200000"/>
                          </a:lnSpc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599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9" name="矩形 4">
                        <a:extLst>
                          <a:ext uri="{FF2B5EF4-FFF2-40B4-BE49-F238E27FC236}">
                            <a16:creationId xmlns:a16="http://schemas.microsoft.com/office/drawing/2014/main" id="{C90734E6-751A-415F-9D1C-67555215C7D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487134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0" name="矩形 4">
                        <a:extLst>
                          <a:ext uri="{FF2B5EF4-FFF2-40B4-BE49-F238E27FC236}">
                            <a16:creationId xmlns:a16="http://schemas.microsoft.com/office/drawing/2014/main" id="{366038AF-69E7-4CDD-B2C6-4D2BF0DBB3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27998"/>
                        <a:ext cx="252000" cy="360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>
                          <a:lnSpc>
                            <a:spcPct val="200000"/>
                          </a:lnSpc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599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0" name="矩形 4">
                        <a:extLst>
                          <a:ext uri="{FF2B5EF4-FFF2-40B4-BE49-F238E27FC236}">
                            <a16:creationId xmlns:a16="http://schemas.microsoft.com/office/drawing/2014/main" id="{366038AF-69E7-4CDD-B2C6-4D2BF0DBB3C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127998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EB9C9860-C6F9-4F07-A56B-CACDE20AA75A}"/>
                    </a:ext>
                  </a:extLst>
                </p:cNvPr>
                <p:cNvCxnSpPr/>
                <p:nvPr/>
              </p:nvCxnSpPr>
              <p:spPr>
                <a:xfrm flipH="1" flipV="1">
                  <a:off x="125155" y="0"/>
                  <a:ext cx="845" cy="12799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CEDD5E-D24F-440C-988F-DEAD26BBD370}"/>
                </a:ext>
              </a:extLst>
            </p:cNvPr>
            <p:cNvSpPr/>
            <p:nvPr/>
          </p:nvSpPr>
          <p:spPr>
            <a:xfrm>
              <a:off x="4030915" y="2085877"/>
              <a:ext cx="1243330" cy="242570"/>
            </a:xfrm>
            <a:prstGeom prst="rect">
              <a:avLst/>
            </a:prstGeom>
            <a:noFill/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199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rPr>
                <a:t>Topic Attention</a:t>
              </a:r>
              <a:endParaRPr lang="en-HK" sz="31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05C6C24F-90E1-44C1-9180-854C7A514B7D}"/>
                </a:ext>
              </a:extLst>
            </p:cNvPr>
            <p:cNvCxnSpPr>
              <a:stCxn id="98" idx="0"/>
              <a:endCxn id="18" idx="2"/>
            </p:cNvCxnSpPr>
            <p:nvPr/>
          </p:nvCxnSpPr>
          <p:spPr>
            <a:xfrm rot="5400000" flipH="1" flipV="1">
              <a:off x="3725547" y="2050067"/>
              <a:ext cx="648707" cy="1205360"/>
            </a:xfrm>
            <a:prstGeom prst="curvedConnector3">
              <a:avLst>
                <a:gd name="adj1" fmla="val 5535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AFB2079D-6F89-48B0-B338-4C5121788437}"/>
                </a:ext>
              </a:extLst>
            </p:cNvPr>
            <p:cNvCxnSpPr>
              <a:stCxn id="99" idx="0"/>
              <a:endCxn id="18" idx="2"/>
            </p:cNvCxnSpPr>
            <p:nvPr/>
          </p:nvCxnSpPr>
          <p:spPr>
            <a:xfrm rot="5400000" flipH="1" flipV="1">
              <a:off x="3995544" y="2320064"/>
              <a:ext cx="648707" cy="665366"/>
            </a:xfrm>
            <a:prstGeom prst="curvedConnector3">
              <a:avLst>
                <a:gd name="adj1" fmla="val 41970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CB681E83-D73F-47CB-BEC4-2B63BD10F174}"/>
                </a:ext>
              </a:extLst>
            </p:cNvPr>
            <p:cNvCxnSpPr>
              <a:stCxn id="100" idx="0"/>
              <a:endCxn id="18" idx="2"/>
            </p:cNvCxnSpPr>
            <p:nvPr/>
          </p:nvCxnSpPr>
          <p:spPr>
            <a:xfrm rot="5400000" flipH="1" flipV="1">
              <a:off x="4265681" y="2590270"/>
              <a:ext cx="648721" cy="125077"/>
            </a:xfrm>
            <a:prstGeom prst="curved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A60E233B-F9C0-44C3-9C6B-D07BAC9C5B55}"/>
                </a:ext>
              </a:extLst>
            </p:cNvPr>
            <p:cNvCxnSpPr>
              <a:stCxn id="101" idx="0"/>
              <a:endCxn id="18" idx="2"/>
            </p:cNvCxnSpPr>
            <p:nvPr/>
          </p:nvCxnSpPr>
          <p:spPr>
            <a:xfrm rot="16200000" flipV="1">
              <a:off x="4535509" y="2445519"/>
              <a:ext cx="648721" cy="414578"/>
            </a:xfrm>
            <a:prstGeom prst="curvedConnector3">
              <a:avLst>
                <a:gd name="adj1" fmla="val 5981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2FBEBF8-6103-4873-AAB5-305DF9B71502}"/>
                </a:ext>
              </a:extLst>
            </p:cNvPr>
            <p:cNvCxnSpPr>
              <a:stCxn id="102" idx="0"/>
              <a:endCxn id="18" idx="2"/>
            </p:cNvCxnSpPr>
            <p:nvPr/>
          </p:nvCxnSpPr>
          <p:spPr>
            <a:xfrm rot="16200000" flipV="1">
              <a:off x="4805661" y="2175313"/>
              <a:ext cx="648707" cy="954867"/>
            </a:xfrm>
            <a:prstGeom prst="curvedConnector3">
              <a:avLst>
                <a:gd name="adj1" fmla="val 74088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F817F74F-35F1-4D30-A2C1-6B1C94420D88}"/>
                </a:ext>
              </a:extLst>
            </p:cNvPr>
            <p:cNvCxnSpPr>
              <a:stCxn id="110" idx="0"/>
              <a:endCxn id="18" idx="2"/>
            </p:cNvCxnSpPr>
            <p:nvPr/>
          </p:nvCxnSpPr>
          <p:spPr>
            <a:xfrm rot="5400000" flipH="1" flipV="1">
              <a:off x="3203028" y="1511778"/>
              <a:ext cx="632883" cy="2266222"/>
            </a:xfrm>
            <a:prstGeom prst="curvedConnector3">
              <a:avLst>
                <a:gd name="adj1" fmla="val 6097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05F2DD6-7F92-4456-B060-743232A955E4}"/>
                </a:ext>
              </a:extLst>
            </p:cNvPr>
            <p:cNvGrpSpPr/>
            <p:nvPr/>
          </p:nvGrpSpPr>
          <p:grpSpPr>
            <a:xfrm>
              <a:off x="177328" y="1139081"/>
              <a:ext cx="2355278" cy="4054701"/>
              <a:chOff x="177328" y="1132885"/>
              <a:chExt cx="2355278" cy="4054701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C1773E6-6BCF-4E51-85D3-ECEB4E21AD7F}"/>
                  </a:ext>
                </a:extLst>
              </p:cNvPr>
              <p:cNvSpPr/>
              <p:nvPr/>
            </p:nvSpPr>
            <p:spPr>
              <a:xfrm>
                <a:off x="177328" y="3423055"/>
                <a:ext cx="1551129" cy="54720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73596FA-7B80-4D69-B0B8-79D189D5B6B0}"/>
                  </a:ext>
                </a:extLst>
              </p:cNvPr>
              <p:cNvGrpSpPr/>
              <p:nvPr/>
            </p:nvGrpSpPr>
            <p:grpSpPr>
              <a:xfrm>
                <a:off x="177369" y="1132885"/>
                <a:ext cx="2355237" cy="4054701"/>
                <a:chOff x="177369" y="1132885"/>
                <a:chExt cx="2355237" cy="40547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矩形 4">
                      <a:extLst>
                        <a:ext uri="{FF2B5EF4-FFF2-40B4-BE49-F238E27FC236}">
                          <a16:creationId xmlns:a16="http://schemas.microsoft.com/office/drawing/2014/main" id="{2D344414-EF27-42AA-BC55-A13E081175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290" y="2955140"/>
                      <a:ext cx="252000" cy="360000"/>
                    </a:xfrm>
                    <a:prstGeom prst="rect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矩形 4">
                      <a:extLst>
                        <a:ext uri="{FF2B5EF4-FFF2-40B4-BE49-F238E27FC236}">
                          <a16:creationId xmlns:a16="http://schemas.microsoft.com/office/drawing/2014/main" id="{2D344414-EF27-42AA-BC55-A13E081175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290" y="2955140"/>
                      <a:ext cx="252000" cy="360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" name="矩形 4">
                  <a:extLst>
                    <a:ext uri="{FF2B5EF4-FFF2-40B4-BE49-F238E27FC236}">
                      <a16:creationId xmlns:a16="http://schemas.microsoft.com/office/drawing/2014/main" id="{5C7075EB-975E-4CA7-9770-6C5514E09BB2}"/>
                    </a:ext>
                  </a:extLst>
                </p:cNvPr>
                <p:cNvSpPr/>
                <p:nvPr/>
              </p:nvSpPr>
              <p:spPr>
                <a:xfrm>
                  <a:off x="828040" y="2955140"/>
                  <a:ext cx="252000" cy="360000"/>
                </a:xfrm>
                <a:prstGeom prst="rect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b="1" dirty="0">
                      <a:solidFill>
                        <a:srgbClr val="A6A6A6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矩形 4">
                      <a:extLst>
                        <a:ext uri="{FF2B5EF4-FFF2-40B4-BE49-F238E27FC236}">
                          <a16:creationId xmlns:a16="http://schemas.microsoft.com/office/drawing/2014/main" id="{5174518A-5281-454A-A154-E51F9E389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68425" y="2955140"/>
                      <a:ext cx="252000" cy="360000"/>
                    </a:xfrm>
                    <a:prstGeom prst="rect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𝟓</m:t>
                                </m:r>
                              </m:sub>
                            </m:sSub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矩形 4">
                      <a:extLst>
                        <a:ext uri="{FF2B5EF4-FFF2-40B4-BE49-F238E27FC236}">
                          <a16:creationId xmlns:a16="http://schemas.microsoft.com/office/drawing/2014/main" id="{5174518A-5281-454A-A154-E51F9E389EB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68425" y="2955140"/>
                      <a:ext cx="252000" cy="36000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DA544581-BEE2-414F-BA00-DC7974BA9F5B}"/>
                    </a:ext>
                  </a:extLst>
                </p:cNvPr>
                <p:cNvGrpSpPr/>
                <p:nvPr/>
              </p:nvGrpSpPr>
              <p:grpSpPr>
                <a:xfrm>
                  <a:off x="177369" y="4071470"/>
                  <a:ext cx="1551106" cy="1116116"/>
                  <a:chOff x="177369" y="3168650"/>
                  <a:chExt cx="1551106" cy="1116116"/>
                </a:xfrm>
              </p:grpSpPr>
              <p:sp>
                <p:nvSpPr>
                  <p:cNvPr id="60" name="矩形 24">
                    <a:extLst>
                      <a:ext uri="{FF2B5EF4-FFF2-40B4-BE49-F238E27FC236}">
                        <a16:creationId xmlns:a16="http://schemas.microsoft.com/office/drawing/2014/main" id="{BB38025E-0021-4B74-B1B6-AFBDE929DEBC}"/>
                      </a:ext>
                    </a:extLst>
                  </p:cNvPr>
                  <p:cNvSpPr/>
                  <p:nvPr/>
                </p:nvSpPr>
                <p:spPr>
                  <a:xfrm>
                    <a:off x="360786" y="4032766"/>
                    <a:ext cx="1188000" cy="2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lang="en-US" sz="3199" b="1" i="1" dirty="0">
                        <a:solidFill>
                          <a:srgbClr val="A6A6A6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Input Query</a:t>
                    </a:r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EF698A87-6DB2-40A7-AB9E-DD1164BB4510}"/>
                      </a:ext>
                    </a:extLst>
                  </p:cNvPr>
                  <p:cNvGrpSpPr/>
                  <p:nvPr/>
                </p:nvGrpSpPr>
                <p:grpSpPr>
                  <a:xfrm>
                    <a:off x="177369" y="3168650"/>
                    <a:ext cx="1551106" cy="864114"/>
                    <a:chOff x="177369" y="3168650"/>
                    <a:chExt cx="1551106" cy="864114"/>
                  </a:xfrm>
                </p:grpSpPr>
                <p:sp>
                  <p:nvSpPr>
                    <p:cNvPr id="62" name="矩形 23">
                      <a:extLst>
                        <a:ext uri="{FF2B5EF4-FFF2-40B4-BE49-F238E27FC236}">
                          <a16:creationId xmlns:a16="http://schemas.microsoft.com/office/drawing/2014/main" id="{F30CAA8A-30E4-48F3-B605-328F07A0E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340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zh-CN" alt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STKaiti" panose="02010600040101010101" pitchFamily="2" charset="-122"/>
                        </a:rPr>
                        <a:t>社会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sp>
                  <p:nvSpPr>
                    <p:cNvPr id="63" name="矩形 24">
                      <a:extLst>
                        <a:ext uri="{FF2B5EF4-FFF2-40B4-BE49-F238E27FC236}">
                          <a16:creationId xmlns:a16="http://schemas.microsoft.com/office/drawing/2014/main" id="{C662FAB2-C69D-4C5F-8D18-3C077AFD6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0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STKaiti" panose="02010600040101010101" pitchFamily="2" charset="-122"/>
                          <a:ea typeface="DengXian" panose="02010600030101010101" pitchFamily="2" charset="-122"/>
                        </a:rPr>
                        <a:t>…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sp>
                  <p:nvSpPr>
                    <p:cNvPr id="64" name="矩形 25">
                      <a:extLst>
                        <a:ext uri="{FF2B5EF4-FFF2-40B4-BE49-F238E27FC236}">
                          <a16:creationId xmlns:a16="http://schemas.microsoft.com/office/drawing/2014/main" id="{C612A78F-6B91-4539-B0F6-20EF8E9A2F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60475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zh-CN" alt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STKaiti" panose="02010600040101010101" pitchFamily="2" charset="-122"/>
                        </a:rPr>
                        <a:t>啊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cxnSp>
                  <p:nvCxnSpPr>
                    <p:cNvPr id="65" name="Straight Arrow Connector 64">
                      <a:extLst>
                        <a:ext uri="{FF2B5EF4-FFF2-40B4-BE49-F238E27FC236}">
                          <a16:creationId xmlns:a16="http://schemas.microsoft.com/office/drawing/2014/main" id="{3DACC838-7C16-43D1-8C9C-B52B5E959CC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14020" y="3420745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6" name="Right Brace 65">
                      <a:extLst>
                        <a:ext uri="{FF2B5EF4-FFF2-40B4-BE49-F238E27FC236}">
                          <a16:creationId xmlns:a16="http://schemas.microsoft.com/office/drawing/2014/main" id="{7B1FBB6D-BFD4-42C8-B202-8A034DEB09B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873123" y="3177412"/>
                      <a:ext cx="159598" cy="1551106"/>
                    </a:xfrm>
                    <a:prstGeom prst="rightBrace">
                      <a:avLst>
                        <a:gd name="adj1" fmla="val 123266"/>
                        <a:gd name="adj2" fmla="val 50000"/>
                      </a:avLst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HK" sz="757"/>
                    </a:p>
                  </p:txBody>
                </p: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8E560282-CE5A-49FD-8E05-D125676E61C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954405" y="3420744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F5C137E6-2221-473D-9002-B2D7285E974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494155" y="3420744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9" name="矩形 23">
                          <a:extLst>
                            <a:ext uri="{FF2B5EF4-FFF2-40B4-BE49-F238E27FC236}">
                              <a16:creationId xmlns:a16="http://schemas.microsoft.com/office/drawing/2014/main" id="{7C44B56B-B283-49CD-828E-4EBD38C052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0000" y="3168650"/>
                          <a:ext cx="468000" cy="252000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1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9" name="矩形 23">
                          <a:extLst>
                            <a:ext uri="{FF2B5EF4-FFF2-40B4-BE49-F238E27FC236}">
                              <a16:creationId xmlns:a16="http://schemas.microsoft.com/office/drawing/2014/main" id="{7C44B56B-B283-49CD-828E-4EBD38C052B4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80000" y="3168650"/>
                          <a:ext cx="468000" cy="252000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70" name="矩形 23">
                      <a:extLst>
                        <a:ext uri="{FF2B5EF4-FFF2-40B4-BE49-F238E27FC236}">
                          <a16:creationId xmlns:a16="http://schemas.microsoft.com/office/drawing/2014/main" id="{7308D331-E8A4-4E2E-B9F7-1538DB8BE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0" y="316865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…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1" name="矩形 23">
                          <a:extLst>
                            <a:ext uri="{FF2B5EF4-FFF2-40B4-BE49-F238E27FC236}">
                              <a16:creationId xmlns:a16="http://schemas.microsoft.com/office/drawing/2014/main" id="{F330D66E-17FE-4425-A32D-27FAFE5EA8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60475" y="3168650"/>
                          <a:ext cx="468000" cy="252000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1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71" name="矩形 23">
                          <a:extLst>
                            <a:ext uri="{FF2B5EF4-FFF2-40B4-BE49-F238E27FC236}">
                              <a16:creationId xmlns:a16="http://schemas.microsoft.com/office/drawing/2014/main" id="{F330D66E-17FE-4425-A32D-27FAFE5EA86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60475" y="3168650"/>
                          <a:ext cx="468000" cy="252000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/>
                          </a:stretch>
                        </a:blipFill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26BAF17-FFDB-4D69-95E9-60B3C7C6DB6C}"/>
                    </a:ext>
                  </a:extLst>
                </p:cNvPr>
                <p:cNvSpPr/>
                <p:nvPr/>
              </p:nvSpPr>
              <p:spPr>
                <a:xfrm>
                  <a:off x="288290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200000"/>
                    </a:lnSpc>
                  </a:pPr>
                  <a:r>
                    <a:rPr lang="en-US" sz="1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:endParaRPr lang="en-HK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53924EC-D5DC-4EAA-BC17-BF011204461D}"/>
                    </a:ext>
                  </a:extLst>
                </p:cNvPr>
                <p:cNvSpPr/>
                <p:nvPr/>
              </p:nvSpPr>
              <p:spPr>
                <a:xfrm>
                  <a:off x="828040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7F9529A4-9154-448E-B99A-8EDADCE5F733}"/>
                    </a:ext>
                  </a:extLst>
                </p:cNvPr>
                <p:cNvSpPr/>
                <p:nvPr/>
              </p:nvSpPr>
              <p:spPr>
                <a:xfrm>
                  <a:off x="1368425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200000"/>
                    </a:lnSpc>
                  </a:pPr>
                  <a:r>
                    <a:rPr lang="en-US" sz="1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:endParaRPr lang="en-HK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2E65DA7-B63A-4A19-AE6E-520CD21EDF19}"/>
                    </a:ext>
                  </a:extLst>
                </p:cNvPr>
                <p:cNvCxnSpPr/>
                <p:nvPr/>
              </p:nvCxnSpPr>
              <p:spPr>
                <a:xfrm>
                  <a:off x="540271" y="374698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31827B28-DAE6-49D9-8971-9A30560D6373}"/>
                    </a:ext>
                  </a:extLst>
                </p:cNvPr>
                <p:cNvCxnSpPr/>
                <p:nvPr/>
              </p:nvCxnSpPr>
              <p:spPr>
                <a:xfrm flipH="1">
                  <a:off x="540271" y="360347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D7972F90-573A-4523-9517-BEC0934B6769}"/>
                    </a:ext>
                  </a:extLst>
                </p:cNvPr>
                <p:cNvCxnSpPr/>
                <p:nvPr/>
              </p:nvCxnSpPr>
              <p:spPr>
                <a:xfrm flipV="1">
                  <a:off x="413986" y="3854825"/>
                  <a:ext cx="290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01BCA605-7A49-47CD-A364-E8332E2F1A29}"/>
                    </a:ext>
                  </a:extLst>
                </p:cNvPr>
                <p:cNvCxnSpPr/>
                <p:nvPr/>
              </p:nvCxnSpPr>
              <p:spPr>
                <a:xfrm flipH="1" flipV="1">
                  <a:off x="954007" y="3854825"/>
                  <a:ext cx="50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C9AAB42F-5AB3-4038-B84E-314B522E5916}"/>
                    </a:ext>
                  </a:extLst>
                </p:cNvPr>
                <p:cNvCxnSpPr/>
                <p:nvPr/>
              </p:nvCxnSpPr>
              <p:spPr>
                <a:xfrm flipH="1" flipV="1">
                  <a:off x="1494373" y="3854825"/>
                  <a:ext cx="49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A887B58D-370A-4F16-AAD6-B8DAEC79CB27}"/>
                    </a:ext>
                  </a:extLst>
                </p:cNvPr>
                <p:cNvCxnSpPr/>
                <p:nvPr/>
              </p:nvCxnSpPr>
              <p:spPr>
                <a:xfrm>
                  <a:off x="1080002" y="374698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A083926F-8023-498E-8F9C-09055DEFBF8D}"/>
                    </a:ext>
                  </a:extLst>
                </p:cNvPr>
                <p:cNvCxnSpPr/>
                <p:nvPr/>
              </p:nvCxnSpPr>
              <p:spPr>
                <a:xfrm flipH="1">
                  <a:off x="1080002" y="360347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4FA88A15-8B95-4D43-93F9-E748A7DDF964}"/>
                    </a:ext>
                  </a:extLst>
                </p:cNvPr>
                <p:cNvCxnSpPr/>
                <p:nvPr/>
              </p:nvCxnSpPr>
              <p:spPr>
                <a:xfrm flipV="1">
                  <a:off x="414290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A63A8DF-1130-44B2-84FC-ACFD420E7957}"/>
                    </a:ext>
                  </a:extLst>
                </p:cNvPr>
                <p:cNvCxnSpPr/>
                <p:nvPr/>
              </p:nvCxnSpPr>
              <p:spPr>
                <a:xfrm flipV="1">
                  <a:off x="954040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BF26A086-F952-488F-A7B3-0F8B0A321B66}"/>
                    </a:ext>
                  </a:extLst>
                </p:cNvPr>
                <p:cNvCxnSpPr/>
                <p:nvPr/>
              </p:nvCxnSpPr>
              <p:spPr>
                <a:xfrm flipV="1">
                  <a:off x="1494425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4665F68-9C03-4A9E-96DA-13B7CFB89AEC}"/>
                    </a:ext>
                  </a:extLst>
                </p:cNvPr>
                <p:cNvSpPr/>
                <p:nvPr/>
              </p:nvSpPr>
              <p:spPr>
                <a:xfrm>
                  <a:off x="376463" y="2079658"/>
                  <a:ext cx="1243905" cy="243135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3199" b="1" i="1" dirty="0">
                      <a:solidFill>
                        <a:srgbClr val="A6A6A6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Attention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55" name="Connector: Curved 54">
                  <a:extLst>
                    <a:ext uri="{FF2B5EF4-FFF2-40B4-BE49-F238E27FC236}">
                      <a16:creationId xmlns:a16="http://schemas.microsoft.com/office/drawing/2014/main" id="{87D8178E-24DE-4CCD-B1AA-B373E1C26F2B}"/>
                    </a:ext>
                  </a:extLst>
                </p:cNvPr>
                <p:cNvCxnSpPr>
                  <a:stCxn id="37" idx="0"/>
                  <a:endCxn id="54" idx="2"/>
                </p:cNvCxnSpPr>
                <p:nvPr/>
              </p:nvCxnSpPr>
              <p:spPr>
                <a:xfrm rot="5400000" flipH="1" flipV="1">
                  <a:off x="390180" y="2346904"/>
                  <a:ext cx="632347" cy="584126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or: Curved 55">
                  <a:extLst>
                    <a:ext uri="{FF2B5EF4-FFF2-40B4-BE49-F238E27FC236}">
                      <a16:creationId xmlns:a16="http://schemas.microsoft.com/office/drawing/2014/main" id="{E06B969A-27A0-4EFA-8CB1-57F05325547A}"/>
                    </a:ext>
                  </a:extLst>
                </p:cNvPr>
                <p:cNvCxnSpPr>
                  <a:stCxn id="38" idx="0"/>
                  <a:endCxn id="54" idx="2"/>
                </p:cNvCxnSpPr>
                <p:nvPr/>
              </p:nvCxnSpPr>
              <p:spPr>
                <a:xfrm rot="5400000" flipH="1" flipV="1">
                  <a:off x="660055" y="2616779"/>
                  <a:ext cx="632347" cy="44376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or: Curved 56">
                  <a:extLst>
                    <a:ext uri="{FF2B5EF4-FFF2-40B4-BE49-F238E27FC236}">
                      <a16:creationId xmlns:a16="http://schemas.microsoft.com/office/drawing/2014/main" id="{CE1C0A46-95C7-4C32-B01B-4868218C5109}"/>
                    </a:ext>
                  </a:extLst>
                </p:cNvPr>
                <p:cNvCxnSpPr>
                  <a:stCxn id="39" idx="0"/>
                  <a:endCxn id="54" idx="2"/>
                </p:cNvCxnSpPr>
                <p:nvPr/>
              </p:nvCxnSpPr>
              <p:spPr>
                <a:xfrm rot="16200000" flipV="1">
                  <a:off x="930248" y="2390962"/>
                  <a:ext cx="632347" cy="496009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nector: Curved 57">
                  <a:extLst>
                    <a:ext uri="{FF2B5EF4-FFF2-40B4-BE49-F238E27FC236}">
                      <a16:creationId xmlns:a16="http://schemas.microsoft.com/office/drawing/2014/main" id="{A5704D39-F346-4799-8063-E8B8D07C83FD}"/>
                    </a:ext>
                  </a:extLst>
                </p:cNvPr>
                <p:cNvCxnSpPr>
                  <a:stCxn id="110" idx="0"/>
                  <a:endCxn id="54" idx="2"/>
                </p:cNvCxnSpPr>
                <p:nvPr/>
              </p:nvCxnSpPr>
              <p:spPr>
                <a:xfrm rot="16200000" flipV="1">
                  <a:off x="1376217" y="1944993"/>
                  <a:ext cx="632341" cy="1387942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nector: Curved 58">
                  <a:extLst>
                    <a:ext uri="{FF2B5EF4-FFF2-40B4-BE49-F238E27FC236}">
                      <a16:creationId xmlns:a16="http://schemas.microsoft.com/office/drawing/2014/main" id="{C085D028-2706-4BCA-9F1C-CE6B27CF829F}"/>
                    </a:ext>
                  </a:extLst>
                </p:cNvPr>
                <p:cNvCxnSpPr>
                  <a:stCxn id="54" idx="0"/>
                  <a:endCxn id="84" idx="1"/>
                </p:cNvCxnSpPr>
                <p:nvPr/>
              </p:nvCxnSpPr>
              <p:spPr>
                <a:xfrm rot="5400000" flipH="1" flipV="1">
                  <a:off x="1292124" y="839176"/>
                  <a:ext cx="946774" cy="1534191"/>
                </a:xfrm>
                <a:prstGeom prst="curvedConnector2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4D422BB7-3E47-4FA2-8ADB-B259BB1BF8A6}"/>
                </a:ext>
              </a:extLst>
            </p:cNvPr>
            <p:cNvCxnSpPr>
              <a:stCxn id="18" idx="0"/>
              <a:endCxn id="80" idx="3"/>
            </p:cNvCxnSpPr>
            <p:nvPr/>
          </p:nvCxnSpPr>
          <p:spPr>
            <a:xfrm rot="16200000" flipV="1">
              <a:off x="3605536" y="1038784"/>
              <a:ext cx="946206" cy="1147883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E3C24B55-4087-49AA-BAA3-61F96DABB526}"/>
                </a:ext>
              </a:extLst>
            </p:cNvPr>
            <p:cNvCxnSpPr>
              <a:stCxn id="39" idx="0"/>
              <a:endCxn id="18" idx="2"/>
            </p:cNvCxnSpPr>
            <p:nvPr/>
          </p:nvCxnSpPr>
          <p:spPr>
            <a:xfrm rot="5400000" flipH="1" flipV="1">
              <a:off x="2757065" y="1065754"/>
              <a:ext cx="632875" cy="3158155"/>
            </a:xfrm>
            <a:prstGeom prst="curvedConnector3">
              <a:avLst>
                <a:gd name="adj1" fmla="val 76519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AD8498-ABDC-443F-B490-CC66B310AF8D}"/>
                </a:ext>
              </a:extLst>
            </p:cNvPr>
            <p:cNvCxnSpPr>
              <a:endCxn id="106" idx="1"/>
            </p:cNvCxnSpPr>
            <p:nvPr/>
          </p:nvCxnSpPr>
          <p:spPr>
            <a:xfrm flipV="1">
              <a:off x="2025650" y="3679737"/>
              <a:ext cx="234536" cy="1489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6BE036C-AEA0-4527-B19C-F357845A9911}"/>
                </a:ext>
              </a:extLst>
            </p:cNvPr>
            <p:cNvCxnSpPr>
              <a:stCxn id="106" idx="3"/>
            </p:cNvCxnSpPr>
            <p:nvPr/>
          </p:nvCxnSpPr>
          <p:spPr>
            <a:xfrm>
              <a:off x="2512218" y="3679737"/>
              <a:ext cx="234000" cy="1489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2123474-E0E0-4815-9481-1355F48EDDAC}"/>
              </a:ext>
            </a:extLst>
          </p:cNvPr>
          <p:cNvSpPr/>
          <p:nvPr/>
        </p:nvSpPr>
        <p:spPr>
          <a:xfrm>
            <a:off x="9831223" y="2499209"/>
            <a:ext cx="6767605" cy="1094374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0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Topic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599" y="3565967"/>
                <a:ext cx="8902427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Topic Attention: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HK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SupPr>
                      <m:e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𝐸</m:t>
                        </m:r>
                      </m:e>
                      <m:sub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1</m:t>
                        </m:r>
                      </m:sub>
                      <m:sup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… 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HK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SupPr>
                      <m:e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𝐸</m:t>
                        </m:r>
                      </m:e>
                      <m:sub>
                        <m:r>
                          <a:rPr lang="en-HK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15</m:t>
                        </m:r>
                      </m:sub>
                      <m:sup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HK" sz="3600" dirty="0">
                    <a:solidFill>
                      <a:schemeClr val="tx1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3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Pr>
                      <m:e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h</m:t>
                        </m:r>
                      </m:e>
                      <m:sub>
                        <m:r>
                          <a:rPr lang="en-US" sz="3600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3600" dirty="0">
                    <a:solidFill>
                      <a:schemeClr val="tx1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US" sz="36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],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𝒔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𝟐</m:t>
                        </m:r>
                      </m:sub>
                    </m:sSub>
                  </m:oMath>
                </a14:m>
                <a:endParaRPr lang="en-US" sz="36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dirty="0">
                    <a:latin typeface="Yu Mincho" panose="02020400000000000000" pitchFamily="18" charset="-128"/>
                    <a:ea typeface="Yu Mincho" panose="02020400000000000000" pitchFamily="18" charset="-128"/>
                    <a:cs typeface="Arial" panose="020B0604020202020204" pitchFamily="34" charset="0"/>
                  </a:rPr>
                  <a:t>⬇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HK" sz="3600" b="0" i="1" smtClean="0">
                        <a:latin typeface="Cambria Math" panose="02040503050406030204" pitchFamily="18" charset="0"/>
                      </a:rPr>
                      <m:t>𝑎𝑡𝑡𝑒𝑛𝑡𝑖𝑜𝑛</m:t>
                    </m:r>
                    <m:r>
                      <a:rPr lang="en-HK" sz="3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HK" sz="3600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HK" sz="3600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HK" sz="3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HK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𝑠𝑐𝑜𝑟𝑒</m:t>
                        </m:r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HK" sz="3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HK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HK" sz="3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SupPr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𝐸</m:t>
                            </m:r>
                          </m:e>
                          <m:sub>
                            <m:r>
                              <a:rPr lang="en-HK" sz="3600" b="0" i="1" smtClean="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𝑚</m:t>
                            </m:r>
                          </m:sub>
                          <m:sup>
                            <m:r>
                              <a:rPr lang="en-US" sz="36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𝑡</m:t>
                            </m:r>
                          </m:sup>
                        </m:sSubSup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HK" sz="3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HK" sz="36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  <m:e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𝑠𝑐𝑜𝑟𝑒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HK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HK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HK" sz="3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HK" sz="3600" b="0" i="1" smtClean="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36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𝑡</m:t>
                                </m:r>
                              </m:sup>
                            </m:sSubSup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r>
                  <a:rPr lang="en-HK" sz="3600" dirty="0"/>
                  <a:t> </a:t>
                </a:r>
                <a:endParaRPr lang="en-HK" sz="3600" i="1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𝑜𝑢𝑡𝑝𝑢𝑡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𝑡𝑜𝑝𝑖𝑐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r>
                        <a:rPr lang="en-HK" sz="3600" b="0" i="1" smtClean="0">
                          <a:latin typeface="Cambria Math" panose="02040503050406030204" pitchFamily="18" charset="0"/>
                        </a:rPr>
                        <m:t>: </m:t>
                      </m:r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HK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HK" sz="3600" b="0" i="0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sSub>
                            <m:sSubPr>
                              <m:ctrlPr>
                                <a:rPr lang="en-HK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HK" sz="3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HK" sz="3600" b="0" i="1" smtClean="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𝑡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600" dirty="0">
                    <a:latin typeface="Yu Mincho" panose="02020400000000000000" pitchFamily="18" charset="-128"/>
                    <a:ea typeface="Yu Mincho" panose="02020400000000000000" pitchFamily="18" charset="-128"/>
                    <a:cs typeface="Arial" panose="020B0604020202020204" pitchFamily="34" charset="0"/>
                  </a:rPr>
                  <a:t>⬇</a:t>
                </a:r>
                <a:endParaRPr lang="en-US" sz="3600" dirty="0">
                  <a:latin typeface="Arial" panose="020B0604020202020204" pitchFamily="34" charset="0"/>
                  <a:ea typeface="Yu Mincho" panose="02020400000000000000" pitchFamily="18" charset="-128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𝒕𝒐𝒑𝒊𝒄</m:t>
                          </m:r>
                        </m:sub>
                      </m:sSub>
                      <m:r>
                        <a:rPr lang="en-HK" sz="3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=(</m:t>
                      </m:r>
                      <m:sSubSup>
                        <m:sSubSupPr>
                          <m:ctrlP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𝒕𝒐𝒑𝒊𝒄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sz="36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STKaiti" panose="02010600040101010101" pitchFamily="2" charset="-122"/>
                            </a:rPr>
                            <m:t>温馨</m:t>
                          </m:r>
                        </m:sup>
                      </m:sSubSup>
                      <m:r>
                        <a:rPr lang="en-HK" sz="3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,…,</m:t>
                      </m:r>
                      <m:sSubSup>
                        <m:sSubSupPr>
                          <m:ctrlP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𝒕𝒐𝒑𝒊𝒄</m:t>
                          </m:r>
                        </m:sub>
                        <m:sup>
                          <m:r>
                            <m:rPr>
                              <m:nor/>
                            </m:rPr>
                            <a:rPr lang="zh-CN" altLang="en-US" sz="36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STKaiti" panose="02010600040101010101" pitchFamily="2" charset="-122"/>
                            </a:rPr>
                            <m:t>人群</m:t>
                          </m:r>
                        </m:sup>
                      </m:sSubSup>
                      <m:r>
                        <a:rPr lang="en-HK" sz="3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)</m:t>
                      </m:r>
                    </m:oMath>
                  </m:oMathPara>
                </a14:m>
                <a:endParaRPr lang="en-US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599" y="3565967"/>
                <a:ext cx="8902427" cy="8787964"/>
              </a:xfrm>
              <a:blipFill>
                <a:blip r:embed="rId2"/>
                <a:stretch>
                  <a:fillRect l="-2055" t="-1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536799" y="12698611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445FF1-28A0-41A5-9895-C54D65153942}"/>
              </a:ext>
            </a:extLst>
          </p:cNvPr>
          <p:cNvGrpSpPr/>
          <p:nvPr/>
        </p:nvGrpSpPr>
        <p:grpSpPr>
          <a:xfrm>
            <a:off x="9831223" y="374192"/>
            <a:ext cx="14374525" cy="13068758"/>
            <a:chOff x="177328" y="44224"/>
            <a:chExt cx="5664077" cy="514955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2244AE-78E9-4EBE-B072-691707CE783A}"/>
                </a:ext>
              </a:extLst>
            </p:cNvPr>
            <p:cNvGrpSpPr/>
            <p:nvPr/>
          </p:nvGrpSpPr>
          <p:grpSpPr>
            <a:xfrm>
              <a:off x="2136714" y="2961330"/>
              <a:ext cx="486324" cy="1798943"/>
              <a:chOff x="3460145" y="1947861"/>
              <a:chExt cx="486324" cy="1798943"/>
            </a:xfrm>
          </p:grpSpPr>
          <p:sp>
            <p:nvSpPr>
              <p:cNvPr id="103" name="矩形 24">
                <a:extLst>
                  <a:ext uri="{FF2B5EF4-FFF2-40B4-BE49-F238E27FC236}">
                    <a16:creationId xmlns:a16="http://schemas.microsoft.com/office/drawing/2014/main" id="{CEDCABCF-BFC9-470A-A29D-F82EE0ECBE1E}"/>
                  </a:ext>
                </a:extLst>
              </p:cNvPr>
              <p:cNvSpPr/>
              <p:nvPr/>
            </p:nvSpPr>
            <p:spPr>
              <a:xfrm>
                <a:off x="3475654" y="3494804"/>
                <a:ext cx="468059" cy="252000"/>
              </a:xfrm>
              <a:prstGeom prst="rect">
                <a:avLst/>
              </a:prstGeom>
              <a:noFill/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3199" b="1" dirty="0">
                    <a:solidFill>
                      <a:srgbClr val="A6A6A6"/>
                    </a:solidFill>
                    <a:latin typeface="Times New Roman" panose="02020603050405020304" pitchFamily="18" charset="0"/>
                    <a:ea typeface="STKaiti" panose="02010600040101010101" pitchFamily="2" charset="-122"/>
                  </a:rPr>
                  <a:t>当然</a:t>
                </a:r>
                <a:endParaRPr lang="en-HK" sz="31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B6F576AF-4FE6-4681-BCAF-09DF2A89788E}"/>
                  </a:ext>
                </a:extLst>
              </p:cNvPr>
              <p:cNvCxnSpPr>
                <a:stCxn id="103" idx="0"/>
                <a:endCxn id="105" idx="2"/>
              </p:cNvCxnSpPr>
              <p:nvPr/>
            </p:nvCxnSpPr>
            <p:spPr>
              <a:xfrm flipV="1">
                <a:off x="3709684" y="3314792"/>
                <a:ext cx="0" cy="179784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矩形 23">
                    <a:extLst>
                      <a:ext uri="{FF2B5EF4-FFF2-40B4-BE49-F238E27FC236}">
                        <a16:creationId xmlns:a16="http://schemas.microsoft.com/office/drawing/2014/main" id="{0C3CE813-FAD0-4FE9-BE42-4A759ADF2ACE}"/>
                      </a:ext>
                    </a:extLst>
                  </p:cNvPr>
                  <p:cNvSpPr/>
                  <p:nvPr/>
                </p:nvSpPr>
                <p:spPr>
                  <a:xfrm>
                    <a:off x="3475654" y="3063003"/>
                    <a:ext cx="468059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HK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sz="3199" b="1" i="1">
                            <a:solidFill>
                              <a:srgbClr val="A6A6A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′</m:t>
                        </m:r>
                      </m:oMath>
                    </a14:m>
                    <a:r>
                      <a:rPr lang="en-US" sz="3199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 </a:t>
                    </a:r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05" name="矩形 23">
                    <a:extLst>
                      <a:ext uri="{FF2B5EF4-FFF2-40B4-BE49-F238E27FC236}">
                        <a16:creationId xmlns:a16="http://schemas.microsoft.com/office/drawing/2014/main" id="{0C3CE813-FAD0-4FE9-BE42-4A759ADF2AC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5654" y="3063003"/>
                    <a:ext cx="468059" cy="252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6350" cap="flat" cmpd="sng" algn="ctr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8462E2E-AD3F-4788-A1C0-027F75E8F4EC}"/>
                  </a:ext>
                </a:extLst>
              </p:cNvPr>
              <p:cNvSpPr/>
              <p:nvPr/>
            </p:nvSpPr>
            <p:spPr>
              <a:xfrm>
                <a:off x="3583617" y="2486422"/>
                <a:ext cx="252032" cy="360001"/>
              </a:xfrm>
              <a:prstGeom prst="rect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FC0E5B56-0C2E-4B3E-9CCB-AB1E08B306E4}"/>
                  </a:ext>
                </a:extLst>
              </p:cNvPr>
              <p:cNvCxnSpPr>
                <a:stCxn id="105" idx="0"/>
                <a:endCxn id="106" idx="2"/>
              </p:cNvCxnSpPr>
              <p:nvPr/>
            </p:nvCxnSpPr>
            <p:spPr>
              <a:xfrm flipH="1" flipV="1">
                <a:off x="3709633" y="2846256"/>
                <a:ext cx="51" cy="216560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FB0765D-BA10-4C1A-8AD8-D8E6AFF61685}"/>
                  </a:ext>
                </a:extLst>
              </p:cNvPr>
              <p:cNvCxnSpPr/>
              <p:nvPr/>
            </p:nvCxnSpPr>
            <p:spPr>
              <a:xfrm flipV="1">
                <a:off x="3709493" y="2306865"/>
                <a:ext cx="156" cy="179500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C9A6C055-DB65-440A-B4FE-BF5A8EC4CC4E}"/>
                  </a:ext>
                </a:extLst>
              </p:cNvPr>
              <p:cNvSpPr/>
              <p:nvPr/>
            </p:nvSpPr>
            <p:spPr>
              <a:xfrm>
                <a:off x="3460145" y="2415505"/>
                <a:ext cx="486324" cy="543066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矩形 4">
                    <a:extLst>
                      <a:ext uri="{FF2B5EF4-FFF2-40B4-BE49-F238E27FC236}">
                        <a16:creationId xmlns:a16="http://schemas.microsoft.com/office/drawing/2014/main" id="{5122EB6E-1FA9-483D-8547-07B8CCFD88B2}"/>
                      </a:ext>
                    </a:extLst>
                  </p:cNvPr>
                  <p:cNvSpPr/>
                  <p:nvPr/>
                </p:nvSpPr>
                <p:spPr>
                  <a:xfrm>
                    <a:off x="3584059" y="1947861"/>
                    <a:ext cx="251460" cy="35905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10" name="矩形 4">
                    <a:extLst>
                      <a:ext uri="{FF2B5EF4-FFF2-40B4-BE49-F238E27FC236}">
                        <a16:creationId xmlns:a16="http://schemas.microsoft.com/office/drawing/2014/main" id="{5122EB6E-1FA9-483D-8547-07B8CCFD88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4059" y="1947861"/>
                    <a:ext cx="251460" cy="3590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66EA17-5F65-47A4-B122-A07E31D39969}"/>
                </a:ext>
              </a:extLst>
            </p:cNvPr>
            <p:cNvGrpSpPr/>
            <p:nvPr/>
          </p:nvGrpSpPr>
          <p:grpSpPr>
            <a:xfrm>
              <a:off x="3210600" y="2977168"/>
              <a:ext cx="2630805" cy="1124629"/>
              <a:chOff x="0" y="0"/>
              <a:chExt cx="2631271" cy="1125285"/>
            </a:xfrm>
          </p:grpSpPr>
          <p:sp>
            <p:nvSpPr>
              <p:cNvPr id="85" name="矩形 24">
                <a:extLst>
                  <a:ext uri="{FF2B5EF4-FFF2-40B4-BE49-F238E27FC236}">
                    <a16:creationId xmlns:a16="http://schemas.microsoft.com/office/drawing/2014/main" id="{D168D0B9-BB52-46D4-9BF5-40680466BB14}"/>
                  </a:ext>
                </a:extLst>
              </p:cNvPr>
              <p:cNvSpPr/>
              <p:nvPr/>
            </p:nvSpPr>
            <p:spPr>
              <a:xfrm>
                <a:off x="723091" y="873285"/>
                <a:ext cx="1188000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199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Topic Words</a:t>
                </a:r>
                <a:endParaRPr lang="en-HK" sz="31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3CBF637-1872-44F5-B92C-4B132670583D}"/>
                  </a:ext>
                </a:extLst>
              </p:cNvPr>
              <p:cNvGrpSpPr/>
              <p:nvPr/>
            </p:nvGrpSpPr>
            <p:grpSpPr>
              <a:xfrm>
                <a:off x="0" y="0"/>
                <a:ext cx="2631271" cy="864225"/>
                <a:chOff x="0" y="0"/>
                <a:chExt cx="2631271" cy="864225"/>
              </a:xfrm>
            </p:grpSpPr>
            <p:sp>
              <p:nvSpPr>
                <p:cNvPr id="87" name="矩形 23">
                  <a:extLst>
                    <a:ext uri="{FF2B5EF4-FFF2-40B4-BE49-F238E27FC236}">
                      <a16:creationId xmlns:a16="http://schemas.microsoft.com/office/drawing/2014/main" id="{C7E2C06F-F2BB-4DCB-9BCE-8CD5B66E7053}"/>
                    </a:ext>
                  </a:extLst>
                </p:cNvPr>
                <p:cNvSpPr/>
                <p:nvPr/>
              </p:nvSpPr>
              <p:spPr>
                <a:xfrm>
                  <a:off x="3001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温馨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88" name="矩形 24">
                  <a:extLst>
                    <a:ext uri="{FF2B5EF4-FFF2-40B4-BE49-F238E27FC236}">
                      <a16:creationId xmlns:a16="http://schemas.microsoft.com/office/drawing/2014/main" id="{BD56074F-040F-4C61-A23D-9C69F321C0F9}"/>
                    </a:ext>
                  </a:extLst>
                </p:cNvPr>
                <p:cNvSpPr/>
                <p:nvPr/>
              </p:nvSpPr>
              <p:spPr>
                <a:xfrm>
                  <a:off x="542751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好人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89" name="矩形 25">
                  <a:extLst>
                    <a:ext uri="{FF2B5EF4-FFF2-40B4-BE49-F238E27FC236}">
                      <a16:creationId xmlns:a16="http://schemas.microsoft.com/office/drawing/2014/main" id="{BAA774AE-E74D-4FD1-BCDE-94C311A28FB0}"/>
                    </a:ext>
                  </a:extLst>
                </p:cNvPr>
                <p:cNvSpPr/>
                <p:nvPr/>
              </p:nvSpPr>
              <p:spPr>
                <a:xfrm>
                  <a:off x="1083136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dirty="0">
                      <a:solidFill>
                        <a:srgbClr val="000000"/>
                      </a:solidFill>
                      <a:latin typeface="STKaiti" panose="02010600040101010101" pitchFamily="2" charset="-122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90" name="矩形 26">
                  <a:extLst>
                    <a:ext uri="{FF2B5EF4-FFF2-40B4-BE49-F238E27FC236}">
                      <a16:creationId xmlns:a16="http://schemas.microsoft.com/office/drawing/2014/main" id="{A8E66886-262A-415C-A6DB-D0BAF7ABCE95}"/>
                    </a:ext>
                  </a:extLst>
                </p:cNvPr>
                <p:cNvSpPr/>
                <p:nvPr/>
              </p:nvSpPr>
              <p:spPr>
                <a:xfrm>
                  <a:off x="1622886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文化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021AD3B3-4598-4BDE-95BB-36EACFA58A68}"/>
                    </a:ext>
                  </a:extLst>
                </p:cNvPr>
                <p:cNvCxnSpPr/>
                <p:nvPr/>
              </p:nvCxnSpPr>
              <p:spPr>
                <a:xfrm flipV="1">
                  <a:off x="236681" y="252095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2" name="矩形 24">
                  <a:extLst>
                    <a:ext uri="{FF2B5EF4-FFF2-40B4-BE49-F238E27FC236}">
                      <a16:creationId xmlns:a16="http://schemas.microsoft.com/office/drawing/2014/main" id="{499EBDEF-2D8C-4AF1-89D2-024F3A1C4382}"/>
                    </a:ext>
                  </a:extLst>
                </p:cNvPr>
                <p:cNvSpPr/>
                <p:nvPr/>
              </p:nvSpPr>
              <p:spPr>
                <a:xfrm>
                  <a:off x="2163271" y="431800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人群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93" name="Right Brace 92">
                  <a:extLst>
                    <a:ext uri="{FF2B5EF4-FFF2-40B4-BE49-F238E27FC236}">
                      <a16:creationId xmlns:a16="http://schemas.microsoft.com/office/drawing/2014/main" id="{7F59C7D4-46ED-43EB-B618-88084867F743}"/>
                    </a:ext>
                  </a:extLst>
                </p:cNvPr>
                <p:cNvSpPr/>
                <p:nvPr/>
              </p:nvSpPr>
              <p:spPr>
                <a:xfrm rot="16200000" flipH="1">
                  <a:off x="1235786" y="-531159"/>
                  <a:ext cx="159598" cy="2631170"/>
                </a:xfrm>
                <a:prstGeom prst="rightBrace">
                  <a:avLst>
                    <a:gd name="adj1" fmla="val 123266"/>
                    <a:gd name="adj2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6106AAE4-C451-4569-8158-1C989A4D2A54}"/>
                    </a:ext>
                  </a:extLst>
                </p:cNvPr>
                <p:cNvCxnSpPr/>
                <p:nvPr/>
              </p:nvCxnSpPr>
              <p:spPr>
                <a:xfrm flipV="1">
                  <a:off x="777066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EF7F2229-664C-480E-8F90-AA98E2522E1B}"/>
                    </a:ext>
                  </a:extLst>
                </p:cNvPr>
                <p:cNvCxnSpPr/>
                <p:nvPr/>
              </p:nvCxnSpPr>
              <p:spPr>
                <a:xfrm flipV="1">
                  <a:off x="1316816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0E85CBDC-6F88-4523-8CBF-8E0346BAD46F}"/>
                    </a:ext>
                  </a:extLst>
                </p:cNvPr>
                <p:cNvCxnSpPr/>
                <p:nvPr/>
              </p:nvCxnSpPr>
              <p:spPr>
                <a:xfrm flipV="1">
                  <a:off x="1857201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27DB2311-89E7-4E34-90F9-28ED19E09CD6}"/>
                    </a:ext>
                  </a:extLst>
                </p:cNvPr>
                <p:cNvCxnSpPr/>
                <p:nvPr/>
              </p:nvCxnSpPr>
              <p:spPr>
                <a:xfrm flipV="1">
                  <a:off x="2396951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矩形 23">
                      <a:extLst>
                        <a:ext uri="{FF2B5EF4-FFF2-40B4-BE49-F238E27FC236}">
                          <a16:creationId xmlns:a16="http://schemas.microsoft.com/office/drawing/2014/main" id="{83D64522-356C-495A-83D5-00102307C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1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矩形 23">
                      <a:extLst>
                        <a:ext uri="{FF2B5EF4-FFF2-40B4-BE49-F238E27FC236}">
                          <a16:creationId xmlns:a16="http://schemas.microsoft.com/office/drawing/2014/main" id="{83D64522-356C-495A-83D5-00102307C17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6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矩形 23">
                      <a:extLst>
                        <a:ext uri="{FF2B5EF4-FFF2-40B4-BE49-F238E27FC236}">
                          <a16:creationId xmlns:a16="http://schemas.microsoft.com/office/drawing/2014/main" id="{30774E8D-56A4-4B26-A106-2838F0AD1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75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31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9" name="矩形 23">
                      <a:extLst>
                        <a:ext uri="{FF2B5EF4-FFF2-40B4-BE49-F238E27FC236}">
                          <a16:creationId xmlns:a16="http://schemas.microsoft.com/office/drawing/2014/main" id="{30774E8D-56A4-4B26-A106-2838F0AD14E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275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0" name="矩形 23">
                  <a:extLst>
                    <a:ext uri="{FF2B5EF4-FFF2-40B4-BE49-F238E27FC236}">
                      <a16:creationId xmlns:a16="http://schemas.microsoft.com/office/drawing/2014/main" id="{E9D9D8CB-FFDC-4B59-9030-35DE680ECFB6}"/>
                    </a:ext>
                  </a:extLst>
                </p:cNvPr>
                <p:cNvSpPr/>
                <p:nvPr/>
              </p:nvSpPr>
              <p:spPr>
                <a:xfrm>
                  <a:off x="1083136" y="0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矩形 23">
                      <a:extLst>
                        <a:ext uri="{FF2B5EF4-FFF2-40B4-BE49-F238E27FC236}">
                          <a16:creationId xmlns:a16="http://schemas.microsoft.com/office/drawing/2014/main" id="{E6E830AA-5C18-40AA-A8E1-27E08E4B5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2886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HK" sz="3199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sz="31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HK" sz="3199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𝟏𝟒</m:t>
                                </m:r>
                              </m:sub>
                              <m:sup>
                                <m:r>
                                  <a:rPr lang="en-US" sz="31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01" name="矩形 23">
                      <a:extLst>
                        <a:ext uri="{FF2B5EF4-FFF2-40B4-BE49-F238E27FC236}">
                          <a16:creationId xmlns:a16="http://schemas.microsoft.com/office/drawing/2014/main" id="{E6E830AA-5C18-40AA-A8E1-27E08E4B5B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2886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矩形 23">
                      <a:extLst>
                        <a:ext uri="{FF2B5EF4-FFF2-40B4-BE49-F238E27FC236}">
                          <a16:creationId xmlns:a16="http://schemas.microsoft.com/office/drawing/2014/main" id="{A99CED3A-E014-4712-9564-E4EBC0FBAE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6327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HK" sz="3199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𝟏𝟓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31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02" name="矩形 23">
                      <a:extLst>
                        <a:ext uri="{FF2B5EF4-FFF2-40B4-BE49-F238E27FC236}">
                          <a16:creationId xmlns:a16="http://schemas.microsoft.com/office/drawing/2014/main" id="{A99CED3A-E014-4712-9564-E4EBC0FBAED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327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992C170-8160-4E4F-B989-05A9995DF2FE}"/>
                </a:ext>
              </a:extLst>
            </p:cNvPr>
            <p:cNvGrpSpPr/>
            <p:nvPr/>
          </p:nvGrpSpPr>
          <p:grpSpPr>
            <a:xfrm>
              <a:off x="2299121" y="44224"/>
              <a:ext cx="1440000" cy="1633839"/>
              <a:chOff x="3097089" y="565915"/>
              <a:chExt cx="1440000" cy="163383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矩形 4">
                    <a:extLst>
                      <a:ext uri="{FF2B5EF4-FFF2-40B4-BE49-F238E27FC236}">
                        <a16:creationId xmlns:a16="http://schemas.microsoft.com/office/drawing/2014/main" id="{36D49C55-081C-4281-8080-4E2583DB4D58}"/>
                      </a:ext>
                    </a:extLst>
                  </p:cNvPr>
                  <p:cNvSpPr/>
                  <p:nvPr/>
                </p:nvSpPr>
                <p:spPr>
                  <a:xfrm>
                    <a:off x="3691909" y="565915"/>
                    <a:ext cx="252000" cy="360000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HK" sz="27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72" name="矩形 4">
                    <a:extLst>
                      <a:ext uri="{FF2B5EF4-FFF2-40B4-BE49-F238E27FC236}">
                        <a16:creationId xmlns:a16="http://schemas.microsoft.com/office/drawing/2014/main" id="{36D49C55-081C-4281-8080-4E2583DB4D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1909" y="565915"/>
                    <a:ext cx="252000" cy="360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9E0D8F72-17A3-4B75-AF38-F3A514938313}"/>
                  </a:ext>
                </a:extLst>
              </p:cNvPr>
              <p:cNvSpPr/>
              <p:nvPr/>
            </p:nvSpPr>
            <p:spPr>
              <a:xfrm>
                <a:off x="3097089" y="1062447"/>
                <a:ext cx="1440000" cy="290738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799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FNN + log_softmax</a:t>
                </a:r>
                <a:endParaRPr lang="en-HK" sz="27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2E0C9BC-5B13-46F6-99B7-2D72A670CA3C}"/>
                  </a:ext>
                </a:extLst>
              </p:cNvPr>
              <p:cNvCxnSpPr/>
              <p:nvPr/>
            </p:nvCxnSpPr>
            <p:spPr>
              <a:xfrm flipV="1">
                <a:off x="3817064" y="925915"/>
                <a:ext cx="845" cy="136532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66D124B6-96C4-48D0-9767-D37A7E8585C3}"/>
                  </a:ext>
                </a:extLst>
              </p:cNvPr>
              <p:cNvGrpSpPr/>
              <p:nvPr/>
            </p:nvGrpSpPr>
            <p:grpSpPr>
              <a:xfrm>
                <a:off x="3330575" y="1353185"/>
                <a:ext cx="252000" cy="846000"/>
                <a:chOff x="3691909" y="1353185"/>
                <a:chExt cx="252000" cy="847134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F764BE49-9403-4DB3-B330-1625B258B8D6}"/>
                    </a:ext>
                  </a:extLst>
                </p:cNvPr>
                <p:cNvGrpSpPr/>
                <p:nvPr/>
              </p:nvGrpSpPr>
              <p:grpSpPr>
                <a:xfrm>
                  <a:off x="3691909" y="1481183"/>
                  <a:ext cx="252000" cy="719136"/>
                  <a:chOff x="3856355" y="841540"/>
                  <a:chExt cx="252000" cy="71913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3" name="矩形 4">
                        <a:extLst>
                          <a:ext uri="{FF2B5EF4-FFF2-40B4-BE49-F238E27FC236}">
                            <a16:creationId xmlns:a16="http://schemas.microsoft.com/office/drawing/2014/main" id="{13ED0261-05DB-4BF2-8F28-AF606AD88A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6355" y="1200676"/>
                        <a:ext cx="252000" cy="36000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3" name="矩形 4">
                        <a:extLst>
                          <a:ext uri="{FF2B5EF4-FFF2-40B4-BE49-F238E27FC236}">
                            <a16:creationId xmlns:a16="http://schemas.microsoft.com/office/drawing/2014/main" id="{13ED0261-05DB-4BF2-8F28-AF606AD88AE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6355" y="1200676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4" name="矩形 4">
                        <a:extLst>
                          <a:ext uri="{FF2B5EF4-FFF2-40B4-BE49-F238E27FC236}">
                            <a16:creationId xmlns:a16="http://schemas.microsoft.com/office/drawing/2014/main" id="{D2BE99EB-E6E1-42A4-8FD1-0E256E8E9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6355" y="841540"/>
                        <a:ext cx="252000" cy="36000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4" name="矩形 4">
                        <a:extLst>
                          <a:ext uri="{FF2B5EF4-FFF2-40B4-BE49-F238E27FC236}">
                            <a16:creationId xmlns:a16="http://schemas.microsoft.com/office/drawing/2014/main" id="{D2BE99EB-E6E1-42A4-8FD1-0E256E8E947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6355" y="841540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DFFFE8C2-9459-48F3-BDDF-1A7A28719D2C}"/>
                    </a:ext>
                  </a:extLst>
                </p:cNvPr>
                <p:cNvCxnSpPr/>
                <p:nvPr/>
              </p:nvCxnSpPr>
              <p:spPr>
                <a:xfrm flipH="1" flipV="1">
                  <a:off x="3817064" y="1353185"/>
                  <a:ext cx="845" cy="127998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50C2FAB-F4D8-43CB-B94D-34A0C6E20AAF}"/>
                  </a:ext>
                </a:extLst>
              </p:cNvPr>
              <p:cNvGrpSpPr/>
              <p:nvPr/>
            </p:nvGrpSpPr>
            <p:grpSpPr>
              <a:xfrm>
                <a:off x="4050665" y="1353754"/>
                <a:ext cx="252000" cy="846000"/>
                <a:chOff x="0" y="0"/>
                <a:chExt cx="252000" cy="847134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E3286B9C-CABB-4A44-AC4D-9A0EEFB618F9}"/>
                    </a:ext>
                  </a:extLst>
                </p:cNvPr>
                <p:cNvGrpSpPr/>
                <p:nvPr/>
              </p:nvGrpSpPr>
              <p:grpSpPr>
                <a:xfrm>
                  <a:off x="0" y="127998"/>
                  <a:ext cx="252000" cy="719136"/>
                  <a:chOff x="0" y="127998"/>
                  <a:chExt cx="252000" cy="71913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9" name="矩形 4">
                        <a:extLst>
                          <a:ext uri="{FF2B5EF4-FFF2-40B4-BE49-F238E27FC236}">
                            <a16:creationId xmlns:a16="http://schemas.microsoft.com/office/drawing/2014/main" id="{C90734E6-751A-415F-9D1C-67555215C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487134"/>
                        <a:ext cx="252000" cy="360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>
                          <a:lnSpc>
                            <a:spcPct val="200000"/>
                          </a:lnSpc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599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9" name="矩形 4">
                        <a:extLst>
                          <a:ext uri="{FF2B5EF4-FFF2-40B4-BE49-F238E27FC236}">
                            <a16:creationId xmlns:a16="http://schemas.microsoft.com/office/drawing/2014/main" id="{C90734E6-751A-415F-9D1C-67555215C7D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487134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0" name="矩形 4">
                        <a:extLst>
                          <a:ext uri="{FF2B5EF4-FFF2-40B4-BE49-F238E27FC236}">
                            <a16:creationId xmlns:a16="http://schemas.microsoft.com/office/drawing/2014/main" id="{366038AF-69E7-4CDD-B2C6-4D2BF0DBB3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27998"/>
                        <a:ext cx="252000" cy="360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>
                          <a:lnSpc>
                            <a:spcPct val="200000"/>
                          </a:lnSpc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599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0" name="矩形 4">
                        <a:extLst>
                          <a:ext uri="{FF2B5EF4-FFF2-40B4-BE49-F238E27FC236}">
                            <a16:creationId xmlns:a16="http://schemas.microsoft.com/office/drawing/2014/main" id="{366038AF-69E7-4CDD-B2C6-4D2BF0DBB3C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127998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EB9C9860-C6F9-4F07-A56B-CACDE20AA75A}"/>
                    </a:ext>
                  </a:extLst>
                </p:cNvPr>
                <p:cNvCxnSpPr/>
                <p:nvPr/>
              </p:nvCxnSpPr>
              <p:spPr>
                <a:xfrm flipH="1" flipV="1">
                  <a:off x="125155" y="0"/>
                  <a:ext cx="845" cy="12799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CEDD5E-D24F-440C-988F-DEAD26BBD370}"/>
                </a:ext>
              </a:extLst>
            </p:cNvPr>
            <p:cNvSpPr/>
            <p:nvPr/>
          </p:nvSpPr>
          <p:spPr>
            <a:xfrm>
              <a:off x="4030915" y="2085877"/>
              <a:ext cx="1243330" cy="242570"/>
            </a:xfrm>
            <a:prstGeom prst="rect">
              <a:avLst/>
            </a:prstGeom>
            <a:noFill/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199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rPr>
                <a:t>Topic Attention</a:t>
              </a:r>
              <a:endParaRPr lang="en-HK" sz="31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05C6C24F-90E1-44C1-9180-854C7A514B7D}"/>
                </a:ext>
              </a:extLst>
            </p:cNvPr>
            <p:cNvCxnSpPr>
              <a:stCxn id="98" idx="0"/>
              <a:endCxn id="18" idx="2"/>
            </p:cNvCxnSpPr>
            <p:nvPr/>
          </p:nvCxnSpPr>
          <p:spPr>
            <a:xfrm rot="5400000" flipH="1" flipV="1">
              <a:off x="3725547" y="2050067"/>
              <a:ext cx="648707" cy="1205360"/>
            </a:xfrm>
            <a:prstGeom prst="curvedConnector3">
              <a:avLst>
                <a:gd name="adj1" fmla="val 5535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AFB2079D-6F89-48B0-B338-4C5121788437}"/>
                </a:ext>
              </a:extLst>
            </p:cNvPr>
            <p:cNvCxnSpPr>
              <a:stCxn id="99" idx="0"/>
              <a:endCxn id="18" idx="2"/>
            </p:cNvCxnSpPr>
            <p:nvPr/>
          </p:nvCxnSpPr>
          <p:spPr>
            <a:xfrm rot="5400000" flipH="1" flipV="1">
              <a:off x="3995544" y="2320064"/>
              <a:ext cx="648707" cy="665366"/>
            </a:xfrm>
            <a:prstGeom prst="curvedConnector3">
              <a:avLst>
                <a:gd name="adj1" fmla="val 41970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CB681E83-D73F-47CB-BEC4-2B63BD10F174}"/>
                </a:ext>
              </a:extLst>
            </p:cNvPr>
            <p:cNvCxnSpPr>
              <a:stCxn id="100" idx="0"/>
              <a:endCxn id="18" idx="2"/>
            </p:cNvCxnSpPr>
            <p:nvPr/>
          </p:nvCxnSpPr>
          <p:spPr>
            <a:xfrm rot="5400000" flipH="1" flipV="1">
              <a:off x="4265681" y="2590270"/>
              <a:ext cx="648721" cy="125077"/>
            </a:xfrm>
            <a:prstGeom prst="curved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A60E233B-F9C0-44C3-9C6B-D07BAC9C5B55}"/>
                </a:ext>
              </a:extLst>
            </p:cNvPr>
            <p:cNvCxnSpPr>
              <a:stCxn id="101" idx="0"/>
              <a:endCxn id="18" idx="2"/>
            </p:cNvCxnSpPr>
            <p:nvPr/>
          </p:nvCxnSpPr>
          <p:spPr>
            <a:xfrm rot="16200000" flipV="1">
              <a:off x="4535509" y="2445519"/>
              <a:ext cx="648721" cy="414578"/>
            </a:xfrm>
            <a:prstGeom prst="curvedConnector3">
              <a:avLst>
                <a:gd name="adj1" fmla="val 5981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2FBEBF8-6103-4873-AAB5-305DF9B71502}"/>
                </a:ext>
              </a:extLst>
            </p:cNvPr>
            <p:cNvCxnSpPr>
              <a:stCxn id="102" idx="0"/>
              <a:endCxn id="18" idx="2"/>
            </p:cNvCxnSpPr>
            <p:nvPr/>
          </p:nvCxnSpPr>
          <p:spPr>
            <a:xfrm rot="16200000" flipV="1">
              <a:off x="4805661" y="2175313"/>
              <a:ext cx="648707" cy="954867"/>
            </a:xfrm>
            <a:prstGeom prst="curvedConnector3">
              <a:avLst>
                <a:gd name="adj1" fmla="val 74088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F817F74F-35F1-4D30-A2C1-6B1C94420D88}"/>
                </a:ext>
              </a:extLst>
            </p:cNvPr>
            <p:cNvCxnSpPr>
              <a:stCxn id="110" idx="0"/>
              <a:endCxn id="18" idx="2"/>
            </p:cNvCxnSpPr>
            <p:nvPr/>
          </p:nvCxnSpPr>
          <p:spPr>
            <a:xfrm rot="5400000" flipH="1" flipV="1">
              <a:off x="3203028" y="1511778"/>
              <a:ext cx="632883" cy="2266222"/>
            </a:xfrm>
            <a:prstGeom prst="curvedConnector3">
              <a:avLst>
                <a:gd name="adj1" fmla="val 6097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05F2DD6-7F92-4456-B060-743232A955E4}"/>
                </a:ext>
              </a:extLst>
            </p:cNvPr>
            <p:cNvGrpSpPr/>
            <p:nvPr/>
          </p:nvGrpSpPr>
          <p:grpSpPr>
            <a:xfrm>
              <a:off x="177328" y="1139081"/>
              <a:ext cx="2355278" cy="4054701"/>
              <a:chOff x="177328" y="1132885"/>
              <a:chExt cx="2355278" cy="4054701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C1773E6-6BCF-4E51-85D3-ECEB4E21AD7F}"/>
                  </a:ext>
                </a:extLst>
              </p:cNvPr>
              <p:cNvSpPr/>
              <p:nvPr/>
            </p:nvSpPr>
            <p:spPr>
              <a:xfrm>
                <a:off x="177328" y="3423055"/>
                <a:ext cx="1551129" cy="54720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73596FA-7B80-4D69-B0B8-79D189D5B6B0}"/>
                  </a:ext>
                </a:extLst>
              </p:cNvPr>
              <p:cNvGrpSpPr/>
              <p:nvPr/>
            </p:nvGrpSpPr>
            <p:grpSpPr>
              <a:xfrm>
                <a:off x="177369" y="1132885"/>
                <a:ext cx="2355237" cy="4054701"/>
                <a:chOff x="177369" y="1132885"/>
                <a:chExt cx="2355237" cy="40547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矩形 4">
                      <a:extLst>
                        <a:ext uri="{FF2B5EF4-FFF2-40B4-BE49-F238E27FC236}">
                          <a16:creationId xmlns:a16="http://schemas.microsoft.com/office/drawing/2014/main" id="{2D344414-EF27-42AA-BC55-A13E081175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290" y="2955140"/>
                      <a:ext cx="252000" cy="360000"/>
                    </a:xfrm>
                    <a:prstGeom prst="rect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矩形 4">
                      <a:extLst>
                        <a:ext uri="{FF2B5EF4-FFF2-40B4-BE49-F238E27FC236}">
                          <a16:creationId xmlns:a16="http://schemas.microsoft.com/office/drawing/2014/main" id="{2D344414-EF27-42AA-BC55-A13E081175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290" y="2955140"/>
                      <a:ext cx="252000" cy="360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" name="矩形 4">
                  <a:extLst>
                    <a:ext uri="{FF2B5EF4-FFF2-40B4-BE49-F238E27FC236}">
                      <a16:creationId xmlns:a16="http://schemas.microsoft.com/office/drawing/2014/main" id="{5C7075EB-975E-4CA7-9770-6C5514E09BB2}"/>
                    </a:ext>
                  </a:extLst>
                </p:cNvPr>
                <p:cNvSpPr/>
                <p:nvPr/>
              </p:nvSpPr>
              <p:spPr>
                <a:xfrm>
                  <a:off x="828040" y="2955140"/>
                  <a:ext cx="252000" cy="360000"/>
                </a:xfrm>
                <a:prstGeom prst="rect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b="1" dirty="0">
                      <a:solidFill>
                        <a:srgbClr val="A6A6A6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矩形 4">
                      <a:extLst>
                        <a:ext uri="{FF2B5EF4-FFF2-40B4-BE49-F238E27FC236}">
                          <a16:creationId xmlns:a16="http://schemas.microsoft.com/office/drawing/2014/main" id="{5174518A-5281-454A-A154-E51F9E389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68425" y="2955140"/>
                      <a:ext cx="252000" cy="360000"/>
                    </a:xfrm>
                    <a:prstGeom prst="rect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𝟓</m:t>
                                </m:r>
                              </m:sub>
                            </m:sSub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矩形 4">
                      <a:extLst>
                        <a:ext uri="{FF2B5EF4-FFF2-40B4-BE49-F238E27FC236}">
                          <a16:creationId xmlns:a16="http://schemas.microsoft.com/office/drawing/2014/main" id="{5174518A-5281-454A-A154-E51F9E389EB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68425" y="2955140"/>
                      <a:ext cx="252000" cy="36000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DA544581-BEE2-414F-BA00-DC7974BA9F5B}"/>
                    </a:ext>
                  </a:extLst>
                </p:cNvPr>
                <p:cNvGrpSpPr/>
                <p:nvPr/>
              </p:nvGrpSpPr>
              <p:grpSpPr>
                <a:xfrm>
                  <a:off x="177369" y="4071470"/>
                  <a:ext cx="1551106" cy="1116116"/>
                  <a:chOff x="177369" y="3168650"/>
                  <a:chExt cx="1551106" cy="1116116"/>
                </a:xfrm>
              </p:grpSpPr>
              <p:sp>
                <p:nvSpPr>
                  <p:cNvPr id="60" name="矩形 24">
                    <a:extLst>
                      <a:ext uri="{FF2B5EF4-FFF2-40B4-BE49-F238E27FC236}">
                        <a16:creationId xmlns:a16="http://schemas.microsoft.com/office/drawing/2014/main" id="{BB38025E-0021-4B74-B1B6-AFBDE929DEBC}"/>
                      </a:ext>
                    </a:extLst>
                  </p:cNvPr>
                  <p:cNvSpPr/>
                  <p:nvPr/>
                </p:nvSpPr>
                <p:spPr>
                  <a:xfrm>
                    <a:off x="360786" y="4032766"/>
                    <a:ext cx="1188000" cy="2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lang="en-US" sz="3199" b="1" i="1" dirty="0">
                        <a:solidFill>
                          <a:srgbClr val="A6A6A6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Input Query</a:t>
                    </a:r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EF698A87-6DB2-40A7-AB9E-DD1164BB4510}"/>
                      </a:ext>
                    </a:extLst>
                  </p:cNvPr>
                  <p:cNvGrpSpPr/>
                  <p:nvPr/>
                </p:nvGrpSpPr>
                <p:grpSpPr>
                  <a:xfrm>
                    <a:off x="177369" y="3168650"/>
                    <a:ext cx="1551106" cy="864114"/>
                    <a:chOff x="177369" y="3168650"/>
                    <a:chExt cx="1551106" cy="864114"/>
                  </a:xfrm>
                </p:grpSpPr>
                <p:sp>
                  <p:nvSpPr>
                    <p:cNvPr id="62" name="矩形 23">
                      <a:extLst>
                        <a:ext uri="{FF2B5EF4-FFF2-40B4-BE49-F238E27FC236}">
                          <a16:creationId xmlns:a16="http://schemas.microsoft.com/office/drawing/2014/main" id="{F30CAA8A-30E4-48F3-B605-328F07A0E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340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zh-CN" alt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STKaiti" panose="02010600040101010101" pitchFamily="2" charset="-122"/>
                        </a:rPr>
                        <a:t>社会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sp>
                  <p:nvSpPr>
                    <p:cNvPr id="63" name="矩形 24">
                      <a:extLst>
                        <a:ext uri="{FF2B5EF4-FFF2-40B4-BE49-F238E27FC236}">
                          <a16:creationId xmlns:a16="http://schemas.microsoft.com/office/drawing/2014/main" id="{C662FAB2-C69D-4C5F-8D18-3C077AFD6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0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STKaiti" panose="02010600040101010101" pitchFamily="2" charset="-122"/>
                          <a:ea typeface="DengXian" panose="02010600030101010101" pitchFamily="2" charset="-122"/>
                        </a:rPr>
                        <a:t>…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sp>
                  <p:nvSpPr>
                    <p:cNvPr id="64" name="矩形 25">
                      <a:extLst>
                        <a:ext uri="{FF2B5EF4-FFF2-40B4-BE49-F238E27FC236}">
                          <a16:creationId xmlns:a16="http://schemas.microsoft.com/office/drawing/2014/main" id="{C612A78F-6B91-4539-B0F6-20EF8E9A2F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60475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zh-CN" alt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STKaiti" panose="02010600040101010101" pitchFamily="2" charset="-122"/>
                        </a:rPr>
                        <a:t>啊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cxnSp>
                  <p:nvCxnSpPr>
                    <p:cNvPr id="65" name="Straight Arrow Connector 64">
                      <a:extLst>
                        <a:ext uri="{FF2B5EF4-FFF2-40B4-BE49-F238E27FC236}">
                          <a16:creationId xmlns:a16="http://schemas.microsoft.com/office/drawing/2014/main" id="{3DACC838-7C16-43D1-8C9C-B52B5E959CC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14020" y="3420745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6" name="Right Brace 65">
                      <a:extLst>
                        <a:ext uri="{FF2B5EF4-FFF2-40B4-BE49-F238E27FC236}">
                          <a16:creationId xmlns:a16="http://schemas.microsoft.com/office/drawing/2014/main" id="{7B1FBB6D-BFD4-42C8-B202-8A034DEB09B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873123" y="3177412"/>
                      <a:ext cx="159598" cy="1551106"/>
                    </a:xfrm>
                    <a:prstGeom prst="rightBrace">
                      <a:avLst>
                        <a:gd name="adj1" fmla="val 123266"/>
                        <a:gd name="adj2" fmla="val 50000"/>
                      </a:avLst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HK" sz="757"/>
                    </a:p>
                  </p:txBody>
                </p: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8E560282-CE5A-49FD-8E05-D125676E61C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954405" y="3420744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F5C137E6-2221-473D-9002-B2D7285E974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494155" y="3420744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9" name="矩形 23">
                          <a:extLst>
                            <a:ext uri="{FF2B5EF4-FFF2-40B4-BE49-F238E27FC236}">
                              <a16:creationId xmlns:a16="http://schemas.microsoft.com/office/drawing/2014/main" id="{7C44B56B-B283-49CD-828E-4EBD38C052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0000" y="3168650"/>
                          <a:ext cx="468000" cy="252000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1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9" name="矩形 23">
                          <a:extLst>
                            <a:ext uri="{FF2B5EF4-FFF2-40B4-BE49-F238E27FC236}">
                              <a16:creationId xmlns:a16="http://schemas.microsoft.com/office/drawing/2014/main" id="{7C44B56B-B283-49CD-828E-4EBD38C052B4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80000" y="3168650"/>
                          <a:ext cx="468000" cy="252000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70" name="矩形 23">
                      <a:extLst>
                        <a:ext uri="{FF2B5EF4-FFF2-40B4-BE49-F238E27FC236}">
                          <a16:creationId xmlns:a16="http://schemas.microsoft.com/office/drawing/2014/main" id="{7308D331-E8A4-4E2E-B9F7-1538DB8BE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0" y="316865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…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1" name="矩形 23">
                          <a:extLst>
                            <a:ext uri="{FF2B5EF4-FFF2-40B4-BE49-F238E27FC236}">
                              <a16:creationId xmlns:a16="http://schemas.microsoft.com/office/drawing/2014/main" id="{F330D66E-17FE-4425-A32D-27FAFE5EA8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60475" y="3168650"/>
                          <a:ext cx="468000" cy="252000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1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71" name="矩形 23">
                          <a:extLst>
                            <a:ext uri="{FF2B5EF4-FFF2-40B4-BE49-F238E27FC236}">
                              <a16:creationId xmlns:a16="http://schemas.microsoft.com/office/drawing/2014/main" id="{F330D66E-17FE-4425-A32D-27FAFE5EA86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60475" y="3168650"/>
                          <a:ext cx="468000" cy="252000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/>
                          </a:stretch>
                        </a:blipFill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26BAF17-FFDB-4D69-95E9-60B3C7C6DB6C}"/>
                    </a:ext>
                  </a:extLst>
                </p:cNvPr>
                <p:cNvSpPr/>
                <p:nvPr/>
              </p:nvSpPr>
              <p:spPr>
                <a:xfrm>
                  <a:off x="288290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200000"/>
                    </a:lnSpc>
                  </a:pPr>
                  <a:r>
                    <a:rPr lang="en-US" sz="1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:endParaRPr lang="en-HK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53924EC-D5DC-4EAA-BC17-BF011204461D}"/>
                    </a:ext>
                  </a:extLst>
                </p:cNvPr>
                <p:cNvSpPr/>
                <p:nvPr/>
              </p:nvSpPr>
              <p:spPr>
                <a:xfrm>
                  <a:off x="828040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7F9529A4-9154-448E-B99A-8EDADCE5F733}"/>
                    </a:ext>
                  </a:extLst>
                </p:cNvPr>
                <p:cNvSpPr/>
                <p:nvPr/>
              </p:nvSpPr>
              <p:spPr>
                <a:xfrm>
                  <a:off x="1368425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200000"/>
                    </a:lnSpc>
                  </a:pPr>
                  <a:r>
                    <a:rPr lang="en-US" sz="1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:endParaRPr lang="en-HK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2E65DA7-B63A-4A19-AE6E-520CD21EDF19}"/>
                    </a:ext>
                  </a:extLst>
                </p:cNvPr>
                <p:cNvCxnSpPr/>
                <p:nvPr/>
              </p:nvCxnSpPr>
              <p:spPr>
                <a:xfrm>
                  <a:off x="540271" y="374698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31827B28-DAE6-49D9-8971-9A30560D6373}"/>
                    </a:ext>
                  </a:extLst>
                </p:cNvPr>
                <p:cNvCxnSpPr/>
                <p:nvPr/>
              </p:nvCxnSpPr>
              <p:spPr>
                <a:xfrm flipH="1">
                  <a:off x="540271" y="360347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D7972F90-573A-4523-9517-BEC0934B6769}"/>
                    </a:ext>
                  </a:extLst>
                </p:cNvPr>
                <p:cNvCxnSpPr/>
                <p:nvPr/>
              </p:nvCxnSpPr>
              <p:spPr>
                <a:xfrm flipV="1">
                  <a:off x="413986" y="3854825"/>
                  <a:ext cx="290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01BCA605-7A49-47CD-A364-E8332E2F1A29}"/>
                    </a:ext>
                  </a:extLst>
                </p:cNvPr>
                <p:cNvCxnSpPr/>
                <p:nvPr/>
              </p:nvCxnSpPr>
              <p:spPr>
                <a:xfrm flipH="1" flipV="1">
                  <a:off x="954007" y="3854825"/>
                  <a:ext cx="50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C9AAB42F-5AB3-4038-B84E-314B522E5916}"/>
                    </a:ext>
                  </a:extLst>
                </p:cNvPr>
                <p:cNvCxnSpPr/>
                <p:nvPr/>
              </p:nvCxnSpPr>
              <p:spPr>
                <a:xfrm flipH="1" flipV="1">
                  <a:off x="1494373" y="3854825"/>
                  <a:ext cx="49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A887B58D-370A-4F16-AAD6-B8DAEC79CB27}"/>
                    </a:ext>
                  </a:extLst>
                </p:cNvPr>
                <p:cNvCxnSpPr/>
                <p:nvPr/>
              </p:nvCxnSpPr>
              <p:spPr>
                <a:xfrm>
                  <a:off x="1080002" y="374698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A083926F-8023-498E-8F9C-09055DEFBF8D}"/>
                    </a:ext>
                  </a:extLst>
                </p:cNvPr>
                <p:cNvCxnSpPr/>
                <p:nvPr/>
              </p:nvCxnSpPr>
              <p:spPr>
                <a:xfrm flipH="1">
                  <a:off x="1080002" y="360347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4FA88A15-8B95-4D43-93F9-E748A7DDF964}"/>
                    </a:ext>
                  </a:extLst>
                </p:cNvPr>
                <p:cNvCxnSpPr/>
                <p:nvPr/>
              </p:nvCxnSpPr>
              <p:spPr>
                <a:xfrm flipV="1">
                  <a:off x="414290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A63A8DF-1130-44B2-84FC-ACFD420E7957}"/>
                    </a:ext>
                  </a:extLst>
                </p:cNvPr>
                <p:cNvCxnSpPr/>
                <p:nvPr/>
              </p:nvCxnSpPr>
              <p:spPr>
                <a:xfrm flipV="1">
                  <a:off x="954040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BF26A086-F952-488F-A7B3-0F8B0A321B66}"/>
                    </a:ext>
                  </a:extLst>
                </p:cNvPr>
                <p:cNvCxnSpPr/>
                <p:nvPr/>
              </p:nvCxnSpPr>
              <p:spPr>
                <a:xfrm flipV="1">
                  <a:off x="1494425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4665F68-9C03-4A9E-96DA-13B7CFB89AEC}"/>
                    </a:ext>
                  </a:extLst>
                </p:cNvPr>
                <p:cNvSpPr/>
                <p:nvPr/>
              </p:nvSpPr>
              <p:spPr>
                <a:xfrm>
                  <a:off x="376463" y="2079658"/>
                  <a:ext cx="1243905" cy="243135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3199" b="1" i="1" dirty="0">
                      <a:solidFill>
                        <a:srgbClr val="A6A6A6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Attention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55" name="Connector: Curved 54">
                  <a:extLst>
                    <a:ext uri="{FF2B5EF4-FFF2-40B4-BE49-F238E27FC236}">
                      <a16:creationId xmlns:a16="http://schemas.microsoft.com/office/drawing/2014/main" id="{87D8178E-24DE-4CCD-B1AA-B373E1C26F2B}"/>
                    </a:ext>
                  </a:extLst>
                </p:cNvPr>
                <p:cNvCxnSpPr>
                  <a:stCxn id="37" idx="0"/>
                  <a:endCxn id="54" idx="2"/>
                </p:cNvCxnSpPr>
                <p:nvPr/>
              </p:nvCxnSpPr>
              <p:spPr>
                <a:xfrm rot="5400000" flipH="1" flipV="1">
                  <a:off x="390180" y="2346904"/>
                  <a:ext cx="632347" cy="584126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or: Curved 55">
                  <a:extLst>
                    <a:ext uri="{FF2B5EF4-FFF2-40B4-BE49-F238E27FC236}">
                      <a16:creationId xmlns:a16="http://schemas.microsoft.com/office/drawing/2014/main" id="{E06B969A-27A0-4EFA-8CB1-57F05325547A}"/>
                    </a:ext>
                  </a:extLst>
                </p:cNvPr>
                <p:cNvCxnSpPr>
                  <a:stCxn id="38" idx="0"/>
                  <a:endCxn id="54" idx="2"/>
                </p:cNvCxnSpPr>
                <p:nvPr/>
              </p:nvCxnSpPr>
              <p:spPr>
                <a:xfrm rot="5400000" flipH="1" flipV="1">
                  <a:off x="660055" y="2616779"/>
                  <a:ext cx="632347" cy="44376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or: Curved 56">
                  <a:extLst>
                    <a:ext uri="{FF2B5EF4-FFF2-40B4-BE49-F238E27FC236}">
                      <a16:creationId xmlns:a16="http://schemas.microsoft.com/office/drawing/2014/main" id="{CE1C0A46-95C7-4C32-B01B-4868218C5109}"/>
                    </a:ext>
                  </a:extLst>
                </p:cNvPr>
                <p:cNvCxnSpPr>
                  <a:stCxn id="39" idx="0"/>
                  <a:endCxn id="54" idx="2"/>
                </p:cNvCxnSpPr>
                <p:nvPr/>
              </p:nvCxnSpPr>
              <p:spPr>
                <a:xfrm rot="16200000" flipV="1">
                  <a:off x="930248" y="2390962"/>
                  <a:ext cx="632347" cy="496009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nector: Curved 57">
                  <a:extLst>
                    <a:ext uri="{FF2B5EF4-FFF2-40B4-BE49-F238E27FC236}">
                      <a16:creationId xmlns:a16="http://schemas.microsoft.com/office/drawing/2014/main" id="{A5704D39-F346-4799-8063-E8B8D07C83FD}"/>
                    </a:ext>
                  </a:extLst>
                </p:cNvPr>
                <p:cNvCxnSpPr>
                  <a:stCxn id="110" idx="0"/>
                  <a:endCxn id="54" idx="2"/>
                </p:cNvCxnSpPr>
                <p:nvPr/>
              </p:nvCxnSpPr>
              <p:spPr>
                <a:xfrm rot="16200000" flipV="1">
                  <a:off x="1376217" y="1944993"/>
                  <a:ext cx="632341" cy="1387942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nector: Curved 58">
                  <a:extLst>
                    <a:ext uri="{FF2B5EF4-FFF2-40B4-BE49-F238E27FC236}">
                      <a16:creationId xmlns:a16="http://schemas.microsoft.com/office/drawing/2014/main" id="{C085D028-2706-4BCA-9F1C-CE6B27CF829F}"/>
                    </a:ext>
                  </a:extLst>
                </p:cNvPr>
                <p:cNvCxnSpPr>
                  <a:stCxn id="54" idx="0"/>
                  <a:endCxn id="84" idx="1"/>
                </p:cNvCxnSpPr>
                <p:nvPr/>
              </p:nvCxnSpPr>
              <p:spPr>
                <a:xfrm rot="5400000" flipH="1" flipV="1">
                  <a:off x="1292124" y="839176"/>
                  <a:ext cx="946774" cy="1534191"/>
                </a:xfrm>
                <a:prstGeom prst="curvedConnector2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4D422BB7-3E47-4FA2-8ADB-B259BB1BF8A6}"/>
                </a:ext>
              </a:extLst>
            </p:cNvPr>
            <p:cNvCxnSpPr>
              <a:stCxn id="18" idx="0"/>
              <a:endCxn id="80" idx="3"/>
            </p:cNvCxnSpPr>
            <p:nvPr/>
          </p:nvCxnSpPr>
          <p:spPr>
            <a:xfrm rot="16200000" flipV="1">
              <a:off x="3605536" y="1038784"/>
              <a:ext cx="946206" cy="1147883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E3C24B55-4087-49AA-BAA3-61F96DABB526}"/>
                </a:ext>
              </a:extLst>
            </p:cNvPr>
            <p:cNvCxnSpPr>
              <a:stCxn id="39" idx="0"/>
              <a:endCxn id="18" idx="2"/>
            </p:cNvCxnSpPr>
            <p:nvPr/>
          </p:nvCxnSpPr>
          <p:spPr>
            <a:xfrm rot="5400000" flipH="1" flipV="1">
              <a:off x="2757065" y="1065754"/>
              <a:ext cx="632875" cy="3158155"/>
            </a:xfrm>
            <a:prstGeom prst="curvedConnector3">
              <a:avLst>
                <a:gd name="adj1" fmla="val 76519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AD8498-ABDC-443F-B490-CC66B310AF8D}"/>
                </a:ext>
              </a:extLst>
            </p:cNvPr>
            <p:cNvCxnSpPr>
              <a:endCxn id="106" idx="1"/>
            </p:cNvCxnSpPr>
            <p:nvPr/>
          </p:nvCxnSpPr>
          <p:spPr>
            <a:xfrm flipV="1">
              <a:off x="2025650" y="3679737"/>
              <a:ext cx="234536" cy="1489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6BE036C-AEA0-4527-B19C-F357845A9911}"/>
                </a:ext>
              </a:extLst>
            </p:cNvPr>
            <p:cNvCxnSpPr>
              <a:stCxn id="106" idx="3"/>
            </p:cNvCxnSpPr>
            <p:nvPr/>
          </p:nvCxnSpPr>
          <p:spPr>
            <a:xfrm>
              <a:off x="2512218" y="3679737"/>
              <a:ext cx="234000" cy="1489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747619-555A-4328-A213-3C18CA02138C}"/>
              </a:ext>
            </a:extLst>
          </p:cNvPr>
          <p:cNvGrpSpPr/>
          <p:nvPr/>
        </p:nvGrpSpPr>
        <p:grpSpPr>
          <a:xfrm>
            <a:off x="12580078" y="2604558"/>
            <a:ext cx="11721922" cy="10469587"/>
            <a:chOff x="12580078" y="2604558"/>
            <a:chExt cx="11721922" cy="10469587"/>
          </a:xfrm>
        </p:grpSpPr>
        <p:cxnSp>
          <p:nvCxnSpPr>
            <p:cNvPr id="113" name="Connector: Elbow 112">
              <a:extLst>
                <a:ext uri="{FF2B5EF4-FFF2-40B4-BE49-F238E27FC236}">
                  <a16:creationId xmlns:a16="http://schemas.microsoft.com/office/drawing/2014/main" id="{19C5F11C-CD0D-413B-BE3F-9B9199E137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604129" y="2604558"/>
              <a:ext cx="11697871" cy="4399785"/>
            </a:xfrm>
            <a:prstGeom prst="bentConnector3">
              <a:avLst>
                <a:gd name="adj1" fmla="val 39398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349AAA28-6502-452D-B430-8C7928F6E0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580078" y="7004343"/>
              <a:ext cx="43430" cy="606980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2B95236-CAA5-4C1B-AF6D-593E853FC733}"/>
              </a:ext>
            </a:extLst>
          </p:cNvPr>
          <p:cNvCxnSpPr>
            <a:cxnSpLocks/>
          </p:cNvCxnSpPr>
          <p:nvPr/>
        </p:nvCxnSpPr>
        <p:spPr>
          <a:xfrm flipV="1">
            <a:off x="12579987" y="13073231"/>
            <a:ext cx="11721757" cy="19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E0C6C583-F267-46BD-8D67-2779261C9E24}"/>
              </a:ext>
            </a:extLst>
          </p:cNvPr>
          <p:cNvCxnSpPr>
            <a:cxnSpLocks/>
          </p:cNvCxnSpPr>
          <p:nvPr/>
        </p:nvCxnSpPr>
        <p:spPr>
          <a:xfrm>
            <a:off x="24301744" y="2604558"/>
            <a:ext cx="256" cy="1046797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368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Topic Attention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599" y="3565967"/>
                <a:ext cx="8902427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35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Combination:</a:t>
                </a: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𝒑</m:t>
                      </m:r>
                      <m:r>
                        <a:rPr lang="en-HK" sz="3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𝒂𝒕𝒕𝒏</m:t>
                          </m:r>
                        </m:sub>
                      </m:sSub>
                      <m:r>
                        <a:rPr lang="en-HK" sz="3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HK" sz="3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𝒑</m:t>
                          </m:r>
                        </m:e>
                        <m:sub>
                          <m:r>
                            <a:rPr lang="en-HK" sz="3600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𝒕𝒐𝒑𝒊𝒄</m:t>
                          </m:r>
                        </m:sub>
                      </m:sSub>
                    </m:oMath>
                  </m:oMathPara>
                </a14:m>
                <a:endParaRPr lang="en-US" sz="35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en-US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e.g.: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HK" sz="3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pPr>
                      <m:e>
                        <m:r>
                          <a:rPr lang="en-HK" sz="3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𝒑</m:t>
                        </m:r>
                      </m:e>
                      <m:sup>
                        <m:r>
                          <m:rPr>
                            <m:nor/>
                          </m:rPr>
                          <a:rPr lang="zh-CN" altLang="en-US" sz="36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m:t>温馨</m:t>
                        </m:r>
                      </m:sup>
                    </m:sSup>
                    <m:r>
                      <a:rPr lang="en-HK" sz="3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SupPr>
                      <m:e>
                        <m: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𝒑</m:t>
                        </m:r>
                      </m:e>
                      <m:sub>
                        <m:r>
                          <a:rPr lang="en-HK" sz="3600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𝒂𝒕𝒕𝒏</m:t>
                        </m:r>
                      </m:sub>
                      <m:sup>
                        <m:r>
                          <m:rPr>
                            <m:nor/>
                          </m:rPr>
                          <a:rPr lang="zh-CN" altLang="en-US" sz="36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m:t>温馨</m:t>
                        </m:r>
                      </m:sup>
                    </m:sSubSup>
                    <m:r>
                      <a:rPr lang="en-HK" sz="36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</a:rPr>
                      <m:t>+</m:t>
                    </m:r>
                    <m:sSubSup>
                      <m:sSubSupPr>
                        <m:ctrlP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</m:ctrlPr>
                      </m:sSubSupPr>
                      <m:e>
                        <m: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𝒑</m:t>
                        </m:r>
                      </m:e>
                      <m:sub>
                        <m:r>
                          <a:rPr lang="en-HK" sz="36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𝒕𝒐𝒑𝒊𝒄</m:t>
                        </m:r>
                      </m:sub>
                      <m:sup>
                        <m:r>
                          <m:rPr>
                            <m:nor/>
                          </m:rPr>
                          <a:rPr lang="zh-CN" altLang="en-US" sz="3600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m:t>温馨</m:t>
                        </m:r>
                      </m:sup>
                    </m:sSubSup>
                  </m:oMath>
                </a14:m>
                <a:endParaRPr lang="en-US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599" y="3565967"/>
                <a:ext cx="8902427" cy="8787964"/>
              </a:xfrm>
              <a:blipFill>
                <a:blip r:embed="rId2"/>
                <a:stretch>
                  <a:fillRect l="-2055" t="-11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445FF1-28A0-41A5-9895-C54D65153942}"/>
              </a:ext>
            </a:extLst>
          </p:cNvPr>
          <p:cNvGrpSpPr/>
          <p:nvPr/>
        </p:nvGrpSpPr>
        <p:grpSpPr>
          <a:xfrm>
            <a:off x="9831223" y="374192"/>
            <a:ext cx="14374525" cy="13068758"/>
            <a:chOff x="177328" y="44224"/>
            <a:chExt cx="5664077" cy="514955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2244AE-78E9-4EBE-B072-691707CE783A}"/>
                </a:ext>
              </a:extLst>
            </p:cNvPr>
            <p:cNvGrpSpPr/>
            <p:nvPr/>
          </p:nvGrpSpPr>
          <p:grpSpPr>
            <a:xfrm>
              <a:off x="2136714" y="2961330"/>
              <a:ext cx="486324" cy="1798943"/>
              <a:chOff x="3460145" y="1947861"/>
              <a:chExt cx="486324" cy="1798943"/>
            </a:xfrm>
          </p:grpSpPr>
          <p:sp>
            <p:nvSpPr>
              <p:cNvPr id="103" name="矩形 24">
                <a:extLst>
                  <a:ext uri="{FF2B5EF4-FFF2-40B4-BE49-F238E27FC236}">
                    <a16:creationId xmlns:a16="http://schemas.microsoft.com/office/drawing/2014/main" id="{CEDCABCF-BFC9-470A-A29D-F82EE0ECBE1E}"/>
                  </a:ext>
                </a:extLst>
              </p:cNvPr>
              <p:cNvSpPr/>
              <p:nvPr/>
            </p:nvSpPr>
            <p:spPr>
              <a:xfrm>
                <a:off x="3475654" y="3494804"/>
                <a:ext cx="468059" cy="252000"/>
              </a:xfrm>
              <a:prstGeom prst="rect">
                <a:avLst/>
              </a:prstGeom>
              <a:noFill/>
              <a:ln w="6350" cap="flat" cmpd="sng" algn="ctr">
                <a:solidFill>
                  <a:schemeClr val="bg1">
                    <a:lumMod val="6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3199" b="1" dirty="0">
                    <a:solidFill>
                      <a:srgbClr val="A6A6A6"/>
                    </a:solidFill>
                    <a:latin typeface="Times New Roman" panose="02020603050405020304" pitchFamily="18" charset="0"/>
                    <a:ea typeface="STKaiti" panose="02010600040101010101" pitchFamily="2" charset="-122"/>
                  </a:rPr>
                  <a:t>当然</a:t>
                </a:r>
                <a:endParaRPr lang="en-HK" sz="31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B6F576AF-4FE6-4681-BCAF-09DF2A89788E}"/>
                  </a:ext>
                </a:extLst>
              </p:cNvPr>
              <p:cNvCxnSpPr>
                <a:stCxn id="103" idx="0"/>
                <a:endCxn id="105" idx="2"/>
              </p:cNvCxnSpPr>
              <p:nvPr/>
            </p:nvCxnSpPr>
            <p:spPr>
              <a:xfrm flipV="1">
                <a:off x="3709684" y="3314792"/>
                <a:ext cx="0" cy="179784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矩形 23">
                    <a:extLst>
                      <a:ext uri="{FF2B5EF4-FFF2-40B4-BE49-F238E27FC236}">
                        <a16:creationId xmlns:a16="http://schemas.microsoft.com/office/drawing/2014/main" id="{0C3CE813-FAD0-4FE9-BE42-4A759ADF2ACE}"/>
                      </a:ext>
                    </a:extLst>
                  </p:cNvPr>
                  <p:cNvSpPr/>
                  <p:nvPr/>
                </p:nvSpPr>
                <p:spPr>
                  <a:xfrm>
                    <a:off x="3475654" y="3063003"/>
                    <a:ext cx="468059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HK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sz="3199" b="1" i="1">
                                <a:solidFill>
                                  <a:srgbClr val="A6A6A6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𝟏</m:t>
                            </m:r>
                          </m:sub>
                        </m:sSub>
                        <m:r>
                          <a:rPr lang="en-US" sz="3199" b="1" i="1">
                            <a:solidFill>
                              <a:srgbClr val="A6A6A6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′</m:t>
                        </m:r>
                      </m:oMath>
                    </a14:m>
                    <a:r>
                      <a:rPr lang="en-US" sz="3199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 </a:t>
                    </a:r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05" name="矩形 23">
                    <a:extLst>
                      <a:ext uri="{FF2B5EF4-FFF2-40B4-BE49-F238E27FC236}">
                        <a16:creationId xmlns:a16="http://schemas.microsoft.com/office/drawing/2014/main" id="{0C3CE813-FAD0-4FE9-BE42-4A759ADF2AC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5654" y="3063003"/>
                    <a:ext cx="468059" cy="252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6350" cap="flat" cmpd="sng" algn="ctr">
                    <a:solidFill>
                      <a:schemeClr val="bg1">
                        <a:lumMod val="6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8462E2E-AD3F-4788-A1C0-027F75E8F4EC}"/>
                  </a:ext>
                </a:extLst>
              </p:cNvPr>
              <p:cNvSpPr/>
              <p:nvPr/>
            </p:nvSpPr>
            <p:spPr>
              <a:xfrm>
                <a:off x="3583617" y="2486422"/>
                <a:ext cx="252032" cy="360001"/>
              </a:xfrm>
              <a:prstGeom prst="rect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p:cxnSp>
            <p:nvCxnSpPr>
              <p:cNvPr id="107" name="Straight Arrow Connector 106">
                <a:extLst>
                  <a:ext uri="{FF2B5EF4-FFF2-40B4-BE49-F238E27FC236}">
                    <a16:creationId xmlns:a16="http://schemas.microsoft.com/office/drawing/2014/main" id="{FC0E5B56-0C2E-4B3E-9CCB-AB1E08B306E4}"/>
                  </a:ext>
                </a:extLst>
              </p:cNvPr>
              <p:cNvCxnSpPr>
                <a:stCxn id="105" idx="0"/>
                <a:endCxn id="106" idx="2"/>
              </p:cNvCxnSpPr>
              <p:nvPr/>
            </p:nvCxnSpPr>
            <p:spPr>
              <a:xfrm flipH="1" flipV="1">
                <a:off x="3709633" y="2846256"/>
                <a:ext cx="51" cy="216560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Straight Arrow Connector 107">
                <a:extLst>
                  <a:ext uri="{FF2B5EF4-FFF2-40B4-BE49-F238E27FC236}">
                    <a16:creationId xmlns:a16="http://schemas.microsoft.com/office/drawing/2014/main" id="{5FB0765D-BA10-4C1A-8AD8-D8E6AFF61685}"/>
                  </a:ext>
                </a:extLst>
              </p:cNvPr>
              <p:cNvCxnSpPr/>
              <p:nvPr/>
            </p:nvCxnSpPr>
            <p:spPr>
              <a:xfrm flipV="1">
                <a:off x="3709493" y="2306865"/>
                <a:ext cx="156" cy="179500"/>
              </a:xfrm>
              <a:prstGeom prst="straightConnector1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9" name="Rectangle: Rounded Corners 108">
                <a:extLst>
                  <a:ext uri="{FF2B5EF4-FFF2-40B4-BE49-F238E27FC236}">
                    <a16:creationId xmlns:a16="http://schemas.microsoft.com/office/drawing/2014/main" id="{C9A6C055-DB65-440A-B4FE-BF5A8EC4CC4E}"/>
                  </a:ext>
                </a:extLst>
              </p:cNvPr>
              <p:cNvSpPr/>
              <p:nvPr/>
            </p:nvSpPr>
            <p:spPr>
              <a:xfrm>
                <a:off x="3460145" y="2415505"/>
                <a:ext cx="486324" cy="543066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矩形 4">
                    <a:extLst>
                      <a:ext uri="{FF2B5EF4-FFF2-40B4-BE49-F238E27FC236}">
                        <a16:creationId xmlns:a16="http://schemas.microsoft.com/office/drawing/2014/main" id="{5122EB6E-1FA9-483D-8547-07B8CCFD88B2}"/>
                      </a:ext>
                    </a:extLst>
                  </p:cNvPr>
                  <p:cNvSpPr/>
                  <p:nvPr/>
                </p:nvSpPr>
                <p:spPr>
                  <a:xfrm>
                    <a:off x="3584059" y="1947861"/>
                    <a:ext cx="251460" cy="359057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10" name="矩形 4">
                    <a:extLst>
                      <a:ext uri="{FF2B5EF4-FFF2-40B4-BE49-F238E27FC236}">
                        <a16:creationId xmlns:a16="http://schemas.microsoft.com/office/drawing/2014/main" id="{5122EB6E-1FA9-483D-8547-07B8CCFD88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4059" y="1947861"/>
                    <a:ext cx="251460" cy="35905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C66EA17-5F65-47A4-B122-A07E31D39969}"/>
                </a:ext>
              </a:extLst>
            </p:cNvPr>
            <p:cNvGrpSpPr/>
            <p:nvPr/>
          </p:nvGrpSpPr>
          <p:grpSpPr>
            <a:xfrm>
              <a:off x="3210600" y="2977168"/>
              <a:ext cx="2630805" cy="1124629"/>
              <a:chOff x="0" y="0"/>
              <a:chExt cx="2631271" cy="1125285"/>
            </a:xfrm>
          </p:grpSpPr>
          <p:sp>
            <p:nvSpPr>
              <p:cNvPr id="85" name="矩形 24">
                <a:extLst>
                  <a:ext uri="{FF2B5EF4-FFF2-40B4-BE49-F238E27FC236}">
                    <a16:creationId xmlns:a16="http://schemas.microsoft.com/office/drawing/2014/main" id="{D168D0B9-BB52-46D4-9BF5-40680466BB14}"/>
                  </a:ext>
                </a:extLst>
              </p:cNvPr>
              <p:cNvSpPr/>
              <p:nvPr/>
            </p:nvSpPr>
            <p:spPr>
              <a:xfrm>
                <a:off x="723091" y="873285"/>
                <a:ext cx="1188000" cy="252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199" b="1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Topic Words</a:t>
                </a:r>
                <a:endParaRPr lang="en-HK" sz="31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C3CBF637-1872-44F5-B92C-4B132670583D}"/>
                  </a:ext>
                </a:extLst>
              </p:cNvPr>
              <p:cNvGrpSpPr/>
              <p:nvPr/>
            </p:nvGrpSpPr>
            <p:grpSpPr>
              <a:xfrm>
                <a:off x="0" y="0"/>
                <a:ext cx="2631271" cy="864225"/>
                <a:chOff x="0" y="0"/>
                <a:chExt cx="2631271" cy="864225"/>
              </a:xfrm>
            </p:grpSpPr>
            <p:sp>
              <p:nvSpPr>
                <p:cNvPr id="87" name="矩形 23">
                  <a:extLst>
                    <a:ext uri="{FF2B5EF4-FFF2-40B4-BE49-F238E27FC236}">
                      <a16:creationId xmlns:a16="http://schemas.microsoft.com/office/drawing/2014/main" id="{C7E2C06F-F2BB-4DCB-9BCE-8CD5B66E7053}"/>
                    </a:ext>
                  </a:extLst>
                </p:cNvPr>
                <p:cNvSpPr/>
                <p:nvPr/>
              </p:nvSpPr>
              <p:spPr>
                <a:xfrm>
                  <a:off x="3001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温馨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88" name="矩形 24">
                  <a:extLst>
                    <a:ext uri="{FF2B5EF4-FFF2-40B4-BE49-F238E27FC236}">
                      <a16:creationId xmlns:a16="http://schemas.microsoft.com/office/drawing/2014/main" id="{BD56074F-040F-4C61-A23D-9C69F321C0F9}"/>
                    </a:ext>
                  </a:extLst>
                </p:cNvPr>
                <p:cNvSpPr/>
                <p:nvPr/>
              </p:nvSpPr>
              <p:spPr>
                <a:xfrm>
                  <a:off x="542751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好人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89" name="矩形 25">
                  <a:extLst>
                    <a:ext uri="{FF2B5EF4-FFF2-40B4-BE49-F238E27FC236}">
                      <a16:creationId xmlns:a16="http://schemas.microsoft.com/office/drawing/2014/main" id="{BAA774AE-E74D-4FD1-BCDE-94C311A28FB0}"/>
                    </a:ext>
                  </a:extLst>
                </p:cNvPr>
                <p:cNvSpPr/>
                <p:nvPr/>
              </p:nvSpPr>
              <p:spPr>
                <a:xfrm>
                  <a:off x="1083136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dirty="0">
                      <a:solidFill>
                        <a:srgbClr val="000000"/>
                      </a:solidFill>
                      <a:latin typeface="STKaiti" panose="02010600040101010101" pitchFamily="2" charset="-122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90" name="矩形 26">
                  <a:extLst>
                    <a:ext uri="{FF2B5EF4-FFF2-40B4-BE49-F238E27FC236}">
                      <a16:creationId xmlns:a16="http://schemas.microsoft.com/office/drawing/2014/main" id="{A8E66886-262A-415C-A6DB-D0BAF7ABCE95}"/>
                    </a:ext>
                  </a:extLst>
                </p:cNvPr>
                <p:cNvSpPr/>
                <p:nvPr/>
              </p:nvSpPr>
              <p:spPr>
                <a:xfrm>
                  <a:off x="1622886" y="431799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文化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91" name="Straight Arrow Connector 90">
                  <a:extLst>
                    <a:ext uri="{FF2B5EF4-FFF2-40B4-BE49-F238E27FC236}">
                      <a16:creationId xmlns:a16="http://schemas.microsoft.com/office/drawing/2014/main" id="{021AD3B3-4598-4BDE-95BB-36EACFA58A68}"/>
                    </a:ext>
                  </a:extLst>
                </p:cNvPr>
                <p:cNvCxnSpPr/>
                <p:nvPr/>
              </p:nvCxnSpPr>
              <p:spPr>
                <a:xfrm flipV="1">
                  <a:off x="236681" y="252095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92" name="矩形 24">
                  <a:extLst>
                    <a:ext uri="{FF2B5EF4-FFF2-40B4-BE49-F238E27FC236}">
                      <a16:creationId xmlns:a16="http://schemas.microsoft.com/office/drawing/2014/main" id="{499EBDEF-2D8C-4AF1-89D2-024F3A1C4382}"/>
                    </a:ext>
                  </a:extLst>
                </p:cNvPr>
                <p:cNvSpPr/>
                <p:nvPr/>
              </p:nvSpPr>
              <p:spPr>
                <a:xfrm>
                  <a:off x="2163271" y="431800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zh-CN" altLang="en-US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STKaiti" panose="02010600040101010101" pitchFamily="2" charset="-122"/>
                    </a:rPr>
                    <a:t>人群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93" name="Right Brace 92">
                  <a:extLst>
                    <a:ext uri="{FF2B5EF4-FFF2-40B4-BE49-F238E27FC236}">
                      <a16:creationId xmlns:a16="http://schemas.microsoft.com/office/drawing/2014/main" id="{7F59C7D4-46ED-43EB-B618-88084867F743}"/>
                    </a:ext>
                  </a:extLst>
                </p:cNvPr>
                <p:cNvSpPr/>
                <p:nvPr/>
              </p:nvSpPr>
              <p:spPr>
                <a:xfrm rot="16200000" flipH="1">
                  <a:off x="1235786" y="-531159"/>
                  <a:ext cx="159598" cy="2631170"/>
                </a:xfrm>
                <a:prstGeom prst="rightBrace">
                  <a:avLst>
                    <a:gd name="adj1" fmla="val 123266"/>
                    <a:gd name="adj2" fmla="val 50000"/>
                  </a:avLst>
                </a:prstGeom>
                <a:ln w="127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  <p:cxnSp>
              <p:nvCxnSpPr>
                <p:cNvPr id="94" name="Straight Arrow Connector 93">
                  <a:extLst>
                    <a:ext uri="{FF2B5EF4-FFF2-40B4-BE49-F238E27FC236}">
                      <a16:creationId xmlns:a16="http://schemas.microsoft.com/office/drawing/2014/main" id="{6106AAE4-C451-4569-8158-1C989A4D2A54}"/>
                    </a:ext>
                  </a:extLst>
                </p:cNvPr>
                <p:cNvCxnSpPr/>
                <p:nvPr/>
              </p:nvCxnSpPr>
              <p:spPr>
                <a:xfrm flipV="1">
                  <a:off x="777066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Arrow Connector 94">
                  <a:extLst>
                    <a:ext uri="{FF2B5EF4-FFF2-40B4-BE49-F238E27FC236}">
                      <a16:creationId xmlns:a16="http://schemas.microsoft.com/office/drawing/2014/main" id="{EF7F2229-664C-480E-8F90-AA98E2522E1B}"/>
                    </a:ext>
                  </a:extLst>
                </p:cNvPr>
                <p:cNvCxnSpPr/>
                <p:nvPr/>
              </p:nvCxnSpPr>
              <p:spPr>
                <a:xfrm flipV="1">
                  <a:off x="1316816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Arrow Connector 95">
                  <a:extLst>
                    <a:ext uri="{FF2B5EF4-FFF2-40B4-BE49-F238E27FC236}">
                      <a16:creationId xmlns:a16="http://schemas.microsoft.com/office/drawing/2014/main" id="{0E85CBDC-6F88-4523-8CBF-8E0346BAD46F}"/>
                    </a:ext>
                  </a:extLst>
                </p:cNvPr>
                <p:cNvCxnSpPr/>
                <p:nvPr/>
              </p:nvCxnSpPr>
              <p:spPr>
                <a:xfrm flipV="1">
                  <a:off x="1857201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Arrow Connector 96">
                  <a:extLst>
                    <a:ext uri="{FF2B5EF4-FFF2-40B4-BE49-F238E27FC236}">
                      <a16:creationId xmlns:a16="http://schemas.microsoft.com/office/drawing/2014/main" id="{27DB2311-89E7-4E34-90F9-28ED19E09CD6}"/>
                    </a:ext>
                  </a:extLst>
                </p:cNvPr>
                <p:cNvCxnSpPr/>
                <p:nvPr/>
              </p:nvCxnSpPr>
              <p:spPr>
                <a:xfrm flipV="1">
                  <a:off x="2396951" y="252094"/>
                  <a:ext cx="0" cy="180000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8" name="矩形 23">
                      <a:extLst>
                        <a:ext uri="{FF2B5EF4-FFF2-40B4-BE49-F238E27FC236}">
                          <a16:creationId xmlns:a16="http://schemas.microsoft.com/office/drawing/2014/main" id="{83D64522-356C-495A-83D5-00102307C1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6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1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8" name="矩形 23">
                      <a:extLst>
                        <a:ext uri="{FF2B5EF4-FFF2-40B4-BE49-F238E27FC236}">
                          <a16:creationId xmlns:a16="http://schemas.microsoft.com/office/drawing/2014/main" id="{83D64522-356C-495A-83D5-00102307C17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6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9" name="矩形 23">
                      <a:extLst>
                        <a:ext uri="{FF2B5EF4-FFF2-40B4-BE49-F238E27FC236}">
                          <a16:creationId xmlns:a16="http://schemas.microsoft.com/office/drawing/2014/main" id="{30774E8D-56A4-4B26-A106-2838F0AD1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275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31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99" name="矩形 23">
                      <a:extLst>
                        <a:ext uri="{FF2B5EF4-FFF2-40B4-BE49-F238E27FC236}">
                          <a16:creationId xmlns:a16="http://schemas.microsoft.com/office/drawing/2014/main" id="{30774E8D-56A4-4B26-A106-2838F0AD14E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275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00" name="矩形 23">
                  <a:extLst>
                    <a:ext uri="{FF2B5EF4-FFF2-40B4-BE49-F238E27FC236}">
                      <a16:creationId xmlns:a16="http://schemas.microsoft.com/office/drawing/2014/main" id="{E9D9D8CB-FFDC-4B59-9030-35DE680ECFB6}"/>
                    </a:ext>
                  </a:extLst>
                </p:cNvPr>
                <p:cNvSpPr/>
                <p:nvPr/>
              </p:nvSpPr>
              <p:spPr>
                <a:xfrm>
                  <a:off x="1083136" y="0"/>
                  <a:ext cx="468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b="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1" name="矩形 23">
                      <a:extLst>
                        <a:ext uri="{FF2B5EF4-FFF2-40B4-BE49-F238E27FC236}">
                          <a16:creationId xmlns:a16="http://schemas.microsoft.com/office/drawing/2014/main" id="{E6E830AA-5C18-40AA-A8E1-27E08E4B5B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22886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Sup>
                              <m:sSubSupPr>
                                <m:ctrlPr>
                                  <a:rPr lang="en-HK" sz="3199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SupPr>
                              <m:e>
                                <m:r>
                                  <a:rPr lang="en-US" sz="31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HK" sz="3199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𝟏𝟒</m:t>
                                </m:r>
                              </m:sub>
                              <m:sup>
                                <m:r>
                                  <a:rPr lang="en-US" sz="31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𝒕</m:t>
                                </m:r>
                              </m:sup>
                            </m:sSubSup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01" name="矩形 23">
                      <a:extLst>
                        <a:ext uri="{FF2B5EF4-FFF2-40B4-BE49-F238E27FC236}">
                          <a16:creationId xmlns:a16="http://schemas.microsoft.com/office/drawing/2014/main" id="{E6E830AA-5C18-40AA-A8E1-27E08E4B5B88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22886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2" name="矩形 23">
                      <a:extLst>
                        <a:ext uri="{FF2B5EF4-FFF2-40B4-BE49-F238E27FC236}">
                          <a16:creationId xmlns:a16="http://schemas.microsoft.com/office/drawing/2014/main" id="{A99CED3A-E014-4712-9564-E4EBC0FBAE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163271" y="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Sup>
                            <m:sSubSupPr>
                              <m:ctrlPr>
                                <a:rPr lang="en-HK" sz="3199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𝑬</m:t>
                              </m:r>
                            </m:e>
                            <m:sub>
                              <m:r>
                                <a:rPr lang="en-HK" sz="3199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𝟏𝟓</m:t>
                              </m:r>
                            </m:sub>
                            <m:sup>
                              <m:r>
                                <a:rPr lang="en-US" sz="31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𝒕</m:t>
                              </m:r>
                            </m:sup>
                          </m:sSubSup>
                        </m:oMath>
                      </a14:m>
                      <a:r>
                        <a:rPr lang="en-US" sz="31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 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102" name="矩形 23">
                      <a:extLst>
                        <a:ext uri="{FF2B5EF4-FFF2-40B4-BE49-F238E27FC236}">
                          <a16:creationId xmlns:a16="http://schemas.microsoft.com/office/drawing/2014/main" id="{A99CED3A-E014-4712-9564-E4EBC0FBAED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63271" y="0"/>
                      <a:ext cx="468000" cy="2520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992C170-8160-4E4F-B989-05A9995DF2FE}"/>
                </a:ext>
              </a:extLst>
            </p:cNvPr>
            <p:cNvGrpSpPr/>
            <p:nvPr/>
          </p:nvGrpSpPr>
          <p:grpSpPr>
            <a:xfrm>
              <a:off x="2299121" y="44224"/>
              <a:ext cx="1440000" cy="1633839"/>
              <a:chOff x="3097089" y="565915"/>
              <a:chExt cx="1440000" cy="163383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矩形 4">
                    <a:extLst>
                      <a:ext uri="{FF2B5EF4-FFF2-40B4-BE49-F238E27FC236}">
                        <a16:creationId xmlns:a16="http://schemas.microsoft.com/office/drawing/2014/main" id="{36D49C55-081C-4281-8080-4E2583DB4D58}"/>
                      </a:ext>
                    </a:extLst>
                  </p:cNvPr>
                  <p:cNvSpPr/>
                  <p:nvPr/>
                </p:nvSpPr>
                <p:spPr>
                  <a:xfrm>
                    <a:off x="3691909" y="565915"/>
                    <a:ext cx="252000" cy="360000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2799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HK" sz="27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72" name="矩形 4">
                    <a:extLst>
                      <a:ext uri="{FF2B5EF4-FFF2-40B4-BE49-F238E27FC236}">
                        <a16:creationId xmlns:a16="http://schemas.microsoft.com/office/drawing/2014/main" id="{36D49C55-081C-4281-8080-4E2583DB4D5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1909" y="565915"/>
                    <a:ext cx="252000" cy="360000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9E0D8F72-17A3-4B75-AF38-F3A514938313}"/>
                  </a:ext>
                </a:extLst>
              </p:cNvPr>
              <p:cNvSpPr/>
              <p:nvPr/>
            </p:nvSpPr>
            <p:spPr>
              <a:xfrm>
                <a:off x="3097089" y="1062447"/>
                <a:ext cx="1440000" cy="290738"/>
              </a:xfrm>
              <a:prstGeom prst="round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2799" b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FNN + log_softmax</a:t>
                </a:r>
                <a:endParaRPr lang="en-HK" sz="27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12E0C9BC-5B13-46F6-99B7-2D72A670CA3C}"/>
                  </a:ext>
                </a:extLst>
              </p:cNvPr>
              <p:cNvCxnSpPr/>
              <p:nvPr/>
            </p:nvCxnSpPr>
            <p:spPr>
              <a:xfrm flipV="1">
                <a:off x="3817064" y="925915"/>
                <a:ext cx="845" cy="136532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66D124B6-96C4-48D0-9767-D37A7E8585C3}"/>
                  </a:ext>
                </a:extLst>
              </p:cNvPr>
              <p:cNvGrpSpPr/>
              <p:nvPr/>
            </p:nvGrpSpPr>
            <p:grpSpPr>
              <a:xfrm>
                <a:off x="3330575" y="1353185"/>
                <a:ext cx="252000" cy="846000"/>
                <a:chOff x="3691909" y="1353185"/>
                <a:chExt cx="252000" cy="847134"/>
              </a:xfrm>
            </p:grpSpPr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F764BE49-9403-4DB3-B330-1625B258B8D6}"/>
                    </a:ext>
                  </a:extLst>
                </p:cNvPr>
                <p:cNvGrpSpPr/>
                <p:nvPr/>
              </p:nvGrpSpPr>
              <p:grpSpPr>
                <a:xfrm>
                  <a:off x="3691909" y="1481183"/>
                  <a:ext cx="252000" cy="719136"/>
                  <a:chOff x="3856355" y="841540"/>
                  <a:chExt cx="252000" cy="71913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3" name="矩形 4">
                        <a:extLst>
                          <a:ext uri="{FF2B5EF4-FFF2-40B4-BE49-F238E27FC236}">
                            <a16:creationId xmlns:a16="http://schemas.microsoft.com/office/drawing/2014/main" id="{13ED0261-05DB-4BF2-8F28-AF606AD88A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6355" y="1200676"/>
                        <a:ext cx="252000" cy="36000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3" name="矩形 4">
                        <a:extLst>
                          <a:ext uri="{FF2B5EF4-FFF2-40B4-BE49-F238E27FC236}">
                            <a16:creationId xmlns:a16="http://schemas.microsoft.com/office/drawing/2014/main" id="{13ED0261-05DB-4BF2-8F28-AF606AD88AE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6355" y="1200676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/>
                        </a:stretch>
                      </a:blipFill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4" name="矩形 4">
                        <a:extLst>
                          <a:ext uri="{FF2B5EF4-FFF2-40B4-BE49-F238E27FC236}">
                            <a16:creationId xmlns:a16="http://schemas.microsoft.com/office/drawing/2014/main" id="{D2BE99EB-E6E1-42A4-8FD1-0E256E8E94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56355" y="841540"/>
                        <a:ext cx="252000" cy="360000"/>
                      </a:xfrm>
                      <a:prstGeom prst="rect">
                        <a:avLst/>
                      </a:prstGeom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sz="35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𝟐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4" name="矩形 4">
                        <a:extLst>
                          <a:ext uri="{FF2B5EF4-FFF2-40B4-BE49-F238E27FC236}">
                            <a16:creationId xmlns:a16="http://schemas.microsoft.com/office/drawing/2014/main" id="{D2BE99EB-E6E1-42A4-8FD1-0E256E8E947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56355" y="841540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/>
                        </a:stretch>
                      </a:blipFill>
                      <a:ln>
                        <a:solidFill>
                          <a:schemeClr val="bg1">
                            <a:lumMod val="65000"/>
                          </a:schemeClr>
                        </a:solidFill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DFFFE8C2-9459-48F3-BDDF-1A7A28719D2C}"/>
                    </a:ext>
                  </a:extLst>
                </p:cNvPr>
                <p:cNvCxnSpPr/>
                <p:nvPr/>
              </p:nvCxnSpPr>
              <p:spPr>
                <a:xfrm flipH="1" flipV="1">
                  <a:off x="3817064" y="1353185"/>
                  <a:ext cx="845" cy="127998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B50C2FAB-F4D8-43CB-B94D-34A0C6E20AAF}"/>
                  </a:ext>
                </a:extLst>
              </p:cNvPr>
              <p:cNvGrpSpPr/>
              <p:nvPr/>
            </p:nvGrpSpPr>
            <p:grpSpPr>
              <a:xfrm>
                <a:off x="4050665" y="1353754"/>
                <a:ext cx="252000" cy="846000"/>
                <a:chOff x="0" y="0"/>
                <a:chExt cx="252000" cy="847134"/>
              </a:xfrm>
            </p:grpSpPr>
            <p:grpSp>
              <p:nvGrpSpPr>
                <p:cNvPr id="77" name="Group 76">
                  <a:extLst>
                    <a:ext uri="{FF2B5EF4-FFF2-40B4-BE49-F238E27FC236}">
                      <a16:creationId xmlns:a16="http://schemas.microsoft.com/office/drawing/2014/main" id="{E3286B9C-CABB-4A44-AC4D-9A0EEFB618F9}"/>
                    </a:ext>
                  </a:extLst>
                </p:cNvPr>
                <p:cNvGrpSpPr/>
                <p:nvPr/>
              </p:nvGrpSpPr>
              <p:grpSpPr>
                <a:xfrm>
                  <a:off x="0" y="127998"/>
                  <a:ext cx="252000" cy="719136"/>
                  <a:chOff x="0" y="127998"/>
                  <a:chExt cx="252000" cy="71913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9" name="矩形 4">
                        <a:extLst>
                          <a:ext uri="{FF2B5EF4-FFF2-40B4-BE49-F238E27FC236}">
                            <a16:creationId xmlns:a16="http://schemas.microsoft.com/office/drawing/2014/main" id="{C90734E6-751A-415F-9D1C-67555215C7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487134"/>
                        <a:ext cx="252000" cy="360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>
                          <a:lnSpc>
                            <a:spcPct val="200000"/>
                          </a:lnSpc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3599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79" name="矩形 4">
                        <a:extLst>
                          <a:ext uri="{FF2B5EF4-FFF2-40B4-BE49-F238E27FC236}">
                            <a16:creationId xmlns:a16="http://schemas.microsoft.com/office/drawing/2014/main" id="{C90734E6-751A-415F-9D1C-67555215C7D2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487134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0" name="矩形 4">
                        <a:extLst>
                          <a:ext uri="{FF2B5EF4-FFF2-40B4-BE49-F238E27FC236}">
                            <a16:creationId xmlns:a16="http://schemas.microsoft.com/office/drawing/2014/main" id="{366038AF-69E7-4CDD-B2C6-4D2BF0DBB3C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27998"/>
                        <a:ext cx="252000" cy="360000"/>
                      </a:xfrm>
                      <a:prstGeom prst="rect">
                        <a:avLst/>
                      </a:prstGeom>
                    </p:spPr>
                    <p:style>
                      <a:lnRef idx="2">
                        <a:schemeClr val="dk1"/>
                      </a:lnRef>
                      <a:fillRef idx="1">
                        <a:schemeClr val="lt1"/>
                      </a:fillRef>
                      <a:effectRef idx="0">
                        <a:schemeClr val="dk1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>
                          <a:lnSpc>
                            <a:spcPct val="200000"/>
                          </a:lnSpc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599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3599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0" name="矩形 4">
                        <a:extLst>
                          <a:ext uri="{FF2B5EF4-FFF2-40B4-BE49-F238E27FC236}">
                            <a16:creationId xmlns:a16="http://schemas.microsoft.com/office/drawing/2014/main" id="{366038AF-69E7-4CDD-B2C6-4D2BF0DBB3C5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127998"/>
                        <a:ext cx="252000" cy="36000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78" name="Straight Arrow Connector 77">
                  <a:extLst>
                    <a:ext uri="{FF2B5EF4-FFF2-40B4-BE49-F238E27FC236}">
                      <a16:creationId xmlns:a16="http://schemas.microsoft.com/office/drawing/2014/main" id="{EB9C9860-C6F9-4F07-A56B-CACDE20AA75A}"/>
                    </a:ext>
                  </a:extLst>
                </p:cNvPr>
                <p:cNvCxnSpPr/>
                <p:nvPr/>
              </p:nvCxnSpPr>
              <p:spPr>
                <a:xfrm flipH="1" flipV="1">
                  <a:off x="125155" y="0"/>
                  <a:ext cx="845" cy="127998"/>
                </a:xfrm>
                <a:prstGeom prst="straightConnector1">
                  <a:avLst/>
                </a:prstGeom>
                <a:ln w="12700"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CEDD5E-D24F-440C-988F-DEAD26BBD370}"/>
                </a:ext>
              </a:extLst>
            </p:cNvPr>
            <p:cNvSpPr/>
            <p:nvPr/>
          </p:nvSpPr>
          <p:spPr>
            <a:xfrm>
              <a:off x="4030915" y="2085877"/>
              <a:ext cx="1243330" cy="242570"/>
            </a:xfrm>
            <a:prstGeom prst="rect">
              <a:avLst/>
            </a:prstGeom>
            <a:noFill/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199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rPr>
                <a:t>Topic Attention</a:t>
              </a:r>
              <a:endParaRPr lang="en-HK" sz="31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05C6C24F-90E1-44C1-9180-854C7A514B7D}"/>
                </a:ext>
              </a:extLst>
            </p:cNvPr>
            <p:cNvCxnSpPr>
              <a:stCxn id="98" idx="0"/>
              <a:endCxn id="18" idx="2"/>
            </p:cNvCxnSpPr>
            <p:nvPr/>
          </p:nvCxnSpPr>
          <p:spPr>
            <a:xfrm rot="5400000" flipH="1" flipV="1">
              <a:off x="3725547" y="2050067"/>
              <a:ext cx="648707" cy="1205360"/>
            </a:xfrm>
            <a:prstGeom prst="curvedConnector3">
              <a:avLst>
                <a:gd name="adj1" fmla="val 5535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AFB2079D-6F89-48B0-B338-4C5121788437}"/>
                </a:ext>
              </a:extLst>
            </p:cNvPr>
            <p:cNvCxnSpPr>
              <a:stCxn id="99" idx="0"/>
              <a:endCxn id="18" idx="2"/>
            </p:cNvCxnSpPr>
            <p:nvPr/>
          </p:nvCxnSpPr>
          <p:spPr>
            <a:xfrm rot="5400000" flipH="1" flipV="1">
              <a:off x="3995544" y="2320064"/>
              <a:ext cx="648707" cy="665366"/>
            </a:xfrm>
            <a:prstGeom prst="curvedConnector3">
              <a:avLst>
                <a:gd name="adj1" fmla="val 41970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CB681E83-D73F-47CB-BEC4-2B63BD10F174}"/>
                </a:ext>
              </a:extLst>
            </p:cNvPr>
            <p:cNvCxnSpPr>
              <a:stCxn id="100" idx="0"/>
              <a:endCxn id="18" idx="2"/>
            </p:cNvCxnSpPr>
            <p:nvPr/>
          </p:nvCxnSpPr>
          <p:spPr>
            <a:xfrm rot="5400000" flipH="1" flipV="1">
              <a:off x="4265681" y="2590270"/>
              <a:ext cx="648721" cy="125077"/>
            </a:xfrm>
            <a:prstGeom prst="curvedConnector3">
              <a:avLst>
                <a:gd name="adj1" fmla="val 50000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A60E233B-F9C0-44C3-9C6B-D07BAC9C5B55}"/>
                </a:ext>
              </a:extLst>
            </p:cNvPr>
            <p:cNvCxnSpPr>
              <a:stCxn id="101" idx="0"/>
              <a:endCxn id="18" idx="2"/>
            </p:cNvCxnSpPr>
            <p:nvPr/>
          </p:nvCxnSpPr>
          <p:spPr>
            <a:xfrm rot="16200000" flipV="1">
              <a:off x="4535509" y="2445519"/>
              <a:ext cx="648721" cy="414578"/>
            </a:xfrm>
            <a:prstGeom prst="curvedConnector3">
              <a:avLst>
                <a:gd name="adj1" fmla="val 5981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02FBEBF8-6103-4873-AAB5-305DF9B71502}"/>
                </a:ext>
              </a:extLst>
            </p:cNvPr>
            <p:cNvCxnSpPr>
              <a:stCxn id="102" idx="0"/>
              <a:endCxn id="18" idx="2"/>
            </p:cNvCxnSpPr>
            <p:nvPr/>
          </p:nvCxnSpPr>
          <p:spPr>
            <a:xfrm rot="16200000" flipV="1">
              <a:off x="4805661" y="2175313"/>
              <a:ext cx="648707" cy="954867"/>
            </a:xfrm>
            <a:prstGeom prst="curvedConnector3">
              <a:avLst>
                <a:gd name="adj1" fmla="val 74088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or: Curved 28">
              <a:extLst>
                <a:ext uri="{FF2B5EF4-FFF2-40B4-BE49-F238E27FC236}">
                  <a16:creationId xmlns:a16="http://schemas.microsoft.com/office/drawing/2014/main" id="{F817F74F-35F1-4D30-A2C1-6B1C94420D88}"/>
                </a:ext>
              </a:extLst>
            </p:cNvPr>
            <p:cNvCxnSpPr>
              <a:stCxn id="110" idx="0"/>
              <a:endCxn id="18" idx="2"/>
            </p:cNvCxnSpPr>
            <p:nvPr/>
          </p:nvCxnSpPr>
          <p:spPr>
            <a:xfrm rot="5400000" flipH="1" flipV="1">
              <a:off x="3203028" y="1511778"/>
              <a:ext cx="632883" cy="2266222"/>
            </a:xfrm>
            <a:prstGeom prst="curvedConnector3">
              <a:avLst>
                <a:gd name="adj1" fmla="val 60973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05F2DD6-7F92-4456-B060-743232A955E4}"/>
                </a:ext>
              </a:extLst>
            </p:cNvPr>
            <p:cNvGrpSpPr/>
            <p:nvPr/>
          </p:nvGrpSpPr>
          <p:grpSpPr>
            <a:xfrm>
              <a:off x="177328" y="1139081"/>
              <a:ext cx="2355278" cy="4054701"/>
              <a:chOff x="177328" y="1132885"/>
              <a:chExt cx="2355278" cy="4054701"/>
            </a:xfrm>
          </p:grpSpPr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C1773E6-6BCF-4E51-85D3-ECEB4E21AD7F}"/>
                  </a:ext>
                </a:extLst>
              </p:cNvPr>
              <p:cNvSpPr/>
              <p:nvPr/>
            </p:nvSpPr>
            <p:spPr>
              <a:xfrm>
                <a:off x="177328" y="3423055"/>
                <a:ext cx="1551129" cy="547200"/>
              </a:xfrm>
              <a:prstGeom prst="round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HK" sz="757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73596FA-7B80-4D69-B0B8-79D189D5B6B0}"/>
                  </a:ext>
                </a:extLst>
              </p:cNvPr>
              <p:cNvGrpSpPr/>
              <p:nvPr/>
            </p:nvGrpSpPr>
            <p:grpSpPr>
              <a:xfrm>
                <a:off x="177369" y="1132885"/>
                <a:ext cx="2355237" cy="4054701"/>
                <a:chOff x="177369" y="1132885"/>
                <a:chExt cx="2355237" cy="405470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7" name="矩形 4">
                      <a:extLst>
                        <a:ext uri="{FF2B5EF4-FFF2-40B4-BE49-F238E27FC236}">
                          <a16:creationId xmlns:a16="http://schemas.microsoft.com/office/drawing/2014/main" id="{2D344414-EF27-42AA-BC55-A13E081175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88290" y="2955140"/>
                      <a:ext cx="252000" cy="360000"/>
                    </a:xfrm>
                    <a:prstGeom prst="rect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7" name="矩形 4">
                      <a:extLst>
                        <a:ext uri="{FF2B5EF4-FFF2-40B4-BE49-F238E27FC236}">
                          <a16:creationId xmlns:a16="http://schemas.microsoft.com/office/drawing/2014/main" id="{2D344414-EF27-42AA-BC55-A13E081175F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8290" y="2955140"/>
                      <a:ext cx="252000" cy="360000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8" name="矩形 4">
                  <a:extLst>
                    <a:ext uri="{FF2B5EF4-FFF2-40B4-BE49-F238E27FC236}">
                      <a16:creationId xmlns:a16="http://schemas.microsoft.com/office/drawing/2014/main" id="{5C7075EB-975E-4CA7-9770-6C5514E09BB2}"/>
                    </a:ext>
                  </a:extLst>
                </p:cNvPr>
                <p:cNvSpPr/>
                <p:nvPr/>
              </p:nvSpPr>
              <p:spPr>
                <a:xfrm>
                  <a:off x="828040" y="2955140"/>
                  <a:ext cx="252000" cy="360000"/>
                </a:xfrm>
                <a:prstGeom prst="rect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199" b="1" dirty="0">
                      <a:solidFill>
                        <a:srgbClr val="A6A6A6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…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矩形 4">
                      <a:extLst>
                        <a:ext uri="{FF2B5EF4-FFF2-40B4-BE49-F238E27FC236}">
                          <a16:creationId xmlns:a16="http://schemas.microsoft.com/office/drawing/2014/main" id="{5174518A-5281-454A-A154-E51F9E389E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68425" y="2955140"/>
                      <a:ext cx="252000" cy="360000"/>
                    </a:xfrm>
                    <a:prstGeom prst="rect">
                      <a:avLst/>
                    </a:prstGeom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HK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𝒉</m:t>
                                </m:r>
                              </m:e>
                              <m:sub>
                                <m:r>
                                  <a:rPr lang="en-US" sz="3199" b="1" i="1">
                                    <a:solidFill>
                                      <a:srgbClr val="A6A6A6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𝟓</m:t>
                                </m:r>
                              </m:sub>
                            </m:sSub>
                          </m:oMath>
                        </m:oMathPara>
                      </a14:m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mc:Choice>
              <mc:Fallback xmlns="">
                <p:sp>
                  <p:nvSpPr>
                    <p:cNvPr id="39" name="矩形 4">
                      <a:extLst>
                        <a:ext uri="{FF2B5EF4-FFF2-40B4-BE49-F238E27FC236}">
                          <a16:creationId xmlns:a16="http://schemas.microsoft.com/office/drawing/2014/main" id="{5174518A-5281-454A-A154-E51F9E389EB7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68425" y="2955140"/>
                      <a:ext cx="252000" cy="360000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/>
                      </a:stretch>
                    </a:blipFill>
                    <a:ln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DA544581-BEE2-414F-BA00-DC7974BA9F5B}"/>
                    </a:ext>
                  </a:extLst>
                </p:cNvPr>
                <p:cNvGrpSpPr/>
                <p:nvPr/>
              </p:nvGrpSpPr>
              <p:grpSpPr>
                <a:xfrm>
                  <a:off x="177369" y="4071470"/>
                  <a:ext cx="1551106" cy="1116116"/>
                  <a:chOff x="177369" y="3168650"/>
                  <a:chExt cx="1551106" cy="1116116"/>
                </a:xfrm>
              </p:grpSpPr>
              <p:sp>
                <p:nvSpPr>
                  <p:cNvPr id="60" name="矩形 24">
                    <a:extLst>
                      <a:ext uri="{FF2B5EF4-FFF2-40B4-BE49-F238E27FC236}">
                        <a16:creationId xmlns:a16="http://schemas.microsoft.com/office/drawing/2014/main" id="{BB38025E-0021-4B74-B1B6-AFBDE929DEBC}"/>
                      </a:ext>
                    </a:extLst>
                  </p:cNvPr>
                  <p:cNvSpPr/>
                  <p:nvPr/>
                </p:nvSpPr>
                <p:spPr>
                  <a:xfrm>
                    <a:off x="360786" y="4032766"/>
                    <a:ext cx="1188000" cy="2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lang="en-US" sz="3199" b="1" i="1" dirty="0">
                        <a:solidFill>
                          <a:srgbClr val="A6A6A6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Input Query</a:t>
                    </a:r>
                    <a:endParaRPr lang="en-HK" sz="31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EF698A87-6DB2-40A7-AB9E-DD1164BB4510}"/>
                      </a:ext>
                    </a:extLst>
                  </p:cNvPr>
                  <p:cNvGrpSpPr/>
                  <p:nvPr/>
                </p:nvGrpSpPr>
                <p:grpSpPr>
                  <a:xfrm>
                    <a:off x="177369" y="3168650"/>
                    <a:ext cx="1551106" cy="864114"/>
                    <a:chOff x="177369" y="3168650"/>
                    <a:chExt cx="1551106" cy="864114"/>
                  </a:xfrm>
                </p:grpSpPr>
                <p:sp>
                  <p:nvSpPr>
                    <p:cNvPr id="62" name="矩形 23">
                      <a:extLst>
                        <a:ext uri="{FF2B5EF4-FFF2-40B4-BE49-F238E27FC236}">
                          <a16:creationId xmlns:a16="http://schemas.microsoft.com/office/drawing/2014/main" id="{F30CAA8A-30E4-48F3-B605-328F07A0E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340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zh-CN" alt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STKaiti" panose="02010600040101010101" pitchFamily="2" charset="-122"/>
                        </a:rPr>
                        <a:t>社会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sp>
                  <p:nvSpPr>
                    <p:cNvPr id="63" name="矩形 24">
                      <a:extLst>
                        <a:ext uri="{FF2B5EF4-FFF2-40B4-BE49-F238E27FC236}">
                          <a16:creationId xmlns:a16="http://schemas.microsoft.com/office/drawing/2014/main" id="{C662FAB2-C69D-4C5F-8D18-3C077AFD6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0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en-US" sz="3199" b="1" dirty="0">
                          <a:solidFill>
                            <a:srgbClr val="000000"/>
                          </a:solidFill>
                          <a:latin typeface="STKaiti" panose="02010600040101010101" pitchFamily="2" charset="-122"/>
                          <a:ea typeface="DengXian" panose="02010600030101010101" pitchFamily="2" charset="-122"/>
                        </a:rPr>
                        <a:t>…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sp>
                  <p:nvSpPr>
                    <p:cNvPr id="64" name="矩形 25">
                      <a:extLst>
                        <a:ext uri="{FF2B5EF4-FFF2-40B4-BE49-F238E27FC236}">
                          <a16:creationId xmlns:a16="http://schemas.microsoft.com/office/drawing/2014/main" id="{C612A78F-6B91-4539-B0F6-20EF8E9A2F2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60475" y="3600449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/>
                      <a:r>
                        <a:rPr lang="zh-CN" alt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STKaiti" panose="02010600040101010101" pitchFamily="2" charset="-122"/>
                        </a:rPr>
                        <a:t>啊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p:cxnSp>
                  <p:nvCxnSpPr>
                    <p:cNvPr id="65" name="Straight Arrow Connector 64">
                      <a:extLst>
                        <a:ext uri="{FF2B5EF4-FFF2-40B4-BE49-F238E27FC236}">
                          <a16:creationId xmlns:a16="http://schemas.microsoft.com/office/drawing/2014/main" id="{3DACC838-7C16-43D1-8C9C-B52B5E959CCB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414020" y="3420745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66" name="Right Brace 65">
                      <a:extLst>
                        <a:ext uri="{FF2B5EF4-FFF2-40B4-BE49-F238E27FC236}">
                          <a16:creationId xmlns:a16="http://schemas.microsoft.com/office/drawing/2014/main" id="{7B1FBB6D-BFD4-42C8-B202-8A034DEB09B7}"/>
                        </a:ext>
                      </a:extLst>
                    </p:cNvPr>
                    <p:cNvSpPr/>
                    <p:nvPr/>
                  </p:nvSpPr>
                  <p:spPr>
                    <a:xfrm rot="16200000" flipH="1">
                      <a:off x="873123" y="3177412"/>
                      <a:ext cx="159598" cy="1551106"/>
                    </a:xfrm>
                    <a:prstGeom prst="rightBrace">
                      <a:avLst>
                        <a:gd name="adj1" fmla="val 123266"/>
                        <a:gd name="adj2" fmla="val 50000"/>
                      </a:avLst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en-HK" sz="757"/>
                    </a:p>
                  </p:txBody>
                </p:sp>
                <p:cxnSp>
                  <p:nvCxnSpPr>
                    <p:cNvPr id="67" name="Straight Arrow Connector 66">
                      <a:extLst>
                        <a:ext uri="{FF2B5EF4-FFF2-40B4-BE49-F238E27FC236}">
                          <a16:creationId xmlns:a16="http://schemas.microsoft.com/office/drawing/2014/main" id="{8E560282-CE5A-49FD-8E05-D125676E61C8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954405" y="3420744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8" name="Straight Arrow Connector 67">
                      <a:extLst>
                        <a:ext uri="{FF2B5EF4-FFF2-40B4-BE49-F238E27FC236}">
                          <a16:creationId xmlns:a16="http://schemas.microsoft.com/office/drawing/2014/main" id="{F5C137E6-2221-473D-9002-B2D7285E974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1494155" y="3420744"/>
                      <a:ext cx="0" cy="180000"/>
                    </a:xfrm>
                    <a:prstGeom prst="straightConnector1">
                      <a:avLst/>
                    </a:prstGeom>
                    <a:ln w="12700">
                      <a:solidFill>
                        <a:schemeClr val="bg1">
                          <a:lumMod val="65000"/>
                        </a:schemeClr>
                      </a:solidFill>
                      <a:tailEnd type="triangle"/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9" name="矩形 23">
                          <a:extLst>
                            <a:ext uri="{FF2B5EF4-FFF2-40B4-BE49-F238E27FC236}">
                              <a16:creationId xmlns:a16="http://schemas.microsoft.com/office/drawing/2014/main" id="{7C44B56B-B283-49CD-828E-4EBD38C052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0000" y="3168650"/>
                          <a:ext cx="468000" cy="252000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1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69" name="矩形 23">
                          <a:extLst>
                            <a:ext uri="{FF2B5EF4-FFF2-40B4-BE49-F238E27FC236}">
                              <a16:creationId xmlns:a16="http://schemas.microsoft.com/office/drawing/2014/main" id="{7C44B56B-B283-49CD-828E-4EBD38C052B4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80000" y="3168650"/>
                          <a:ext cx="468000" cy="252000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/>
                          </a:stretch>
                        </a:blipFill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70" name="矩形 23">
                      <a:extLst>
                        <a:ext uri="{FF2B5EF4-FFF2-40B4-BE49-F238E27FC236}">
                          <a16:creationId xmlns:a16="http://schemas.microsoft.com/office/drawing/2014/main" id="{7308D331-E8A4-4E2E-B9F7-1538DB8BE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0090" y="3168650"/>
                      <a:ext cx="468000" cy="252000"/>
                    </a:xfrm>
                    <a:prstGeom prst="rect">
                      <a:avLst/>
                    </a:prstGeom>
                    <a:noFill/>
                    <a:ln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numCol="1" spcCol="0" rtlCol="0" fromWordArt="0" anchor="ctr" anchorCtr="0" forceAA="0" compatLnSpc="1">
                      <a:prstTxWarp prst="textNoShape">
                        <a:avLst/>
                      </a:prstTxWarp>
                    </a:bodyPr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3199" b="1" dirty="0">
                          <a:solidFill>
                            <a:srgbClr val="A6A6A6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…</a:t>
                      </a:r>
                      <a:endParaRPr lang="en-HK" sz="31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1" name="矩形 23">
                          <a:extLst>
                            <a:ext uri="{FF2B5EF4-FFF2-40B4-BE49-F238E27FC236}">
                              <a16:creationId xmlns:a16="http://schemas.microsoft.com/office/drawing/2014/main" id="{F330D66E-17FE-4425-A32D-27FAFE5EA86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60475" y="3168650"/>
                          <a:ext cx="468000" cy="252000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HK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𝑬</m:t>
                                  </m:r>
                                </m:e>
                                <m:sub>
                                  <m:r>
                                    <a:rPr lang="en-US" sz="3199" b="1" i="1">
                                      <a:solidFill>
                                        <a:srgbClr val="A6A6A6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</a:rPr>
                                    <m:t>𝟓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31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1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71" name="矩形 23">
                          <a:extLst>
                            <a:ext uri="{FF2B5EF4-FFF2-40B4-BE49-F238E27FC236}">
                              <a16:creationId xmlns:a16="http://schemas.microsoft.com/office/drawing/2014/main" id="{F330D66E-17FE-4425-A32D-27FAFE5EA867}"/>
                            </a:ext>
                          </a:extLst>
                        </p:cNvPr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260475" y="3168650"/>
                          <a:ext cx="468000" cy="252000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/>
                          </a:stretch>
                        </a:blipFill>
                        <a:ln w="6350" cap="flat" cmpd="sng" algn="ctr">
                          <a:solidFill>
                            <a:schemeClr val="bg1">
                              <a:lumMod val="6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</p:grp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E26BAF17-FFDB-4D69-95E9-60B3C7C6DB6C}"/>
                    </a:ext>
                  </a:extLst>
                </p:cNvPr>
                <p:cNvSpPr/>
                <p:nvPr/>
              </p:nvSpPr>
              <p:spPr>
                <a:xfrm>
                  <a:off x="288290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200000"/>
                    </a:lnSpc>
                  </a:pPr>
                  <a:r>
                    <a:rPr lang="en-US" sz="1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:endParaRPr lang="en-HK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B53924EC-D5DC-4EAA-BC17-BF011204461D}"/>
                    </a:ext>
                  </a:extLst>
                </p:cNvPr>
                <p:cNvSpPr/>
                <p:nvPr/>
              </p:nvSpPr>
              <p:spPr>
                <a:xfrm>
                  <a:off x="828040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HK" sz="757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7F9529A4-9154-448E-B99A-8EDADCE5F733}"/>
                    </a:ext>
                  </a:extLst>
                </p:cNvPr>
                <p:cNvSpPr/>
                <p:nvPr/>
              </p:nvSpPr>
              <p:spPr>
                <a:xfrm>
                  <a:off x="1368425" y="3494890"/>
                  <a:ext cx="252000" cy="360000"/>
                </a:xfrm>
                <a:prstGeom prst="rect">
                  <a:avLst/>
                </a:prstGeom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>
                    <a:lnSpc>
                      <a:spcPct val="200000"/>
                    </a:lnSpc>
                  </a:pPr>
                  <a:r>
                    <a:rPr lang="en-US" sz="1200" b="1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:endParaRPr lang="en-HK" sz="120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44" name="Straight Arrow Connector 43">
                  <a:extLst>
                    <a:ext uri="{FF2B5EF4-FFF2-40B4-BE49-F238E27FC236}">
                      <a16:creationId xmlns:a16="http://schemas.microsoft.com/office/drawing/2014/main" id="{A2E65DA7-B63A-4A19-AE6E-520CD21EDF19}"/>
                    </a:ext>
                  </a:extLst>
                </p:cNvPr>
                <p:cNvCxnSpPr/>
                <p:nvPr/>
              </p:nvCxnSpPr>
              <p:spPr>
                <a:xfrm>
                  <a:off x="540271" y="374698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31827B28-DAE6-49D9-8971-9A30560D6373}"/>
                    </a:ext>
                  </a:extLst>
                </p:cNvPr>
                <p:cNvCxnSpPr/>
                <p:nvPr/>
              </p:nvCxnSpPr>
              <p:spPr>
                <a:xfrm flipH="1">
                  <a:off x="540271" y="360347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D7972F90-573A-4523-9517-BEC0934B6769}"/>
                    </a:ext>
                  </a:extLst>
                </p:cNvPr>
                <p:cNvCxnSpPr/>
                <p:nvPr/>
              </p:nvCxnSpPr>
              <p:spPr>
                <a:xfrm flipV="1">
                  <a:off x="413986" y="3854825"/>
                  <a:ext cx="290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Arrow Connector 46">
                  <a:extLst>
                    <a:ext uri="{FF2B5EF4-FFF2-40B4-BE49-F238E27FC236}">
                      <a16:creationId xmlns:a16="http://schemas.microsoft.com/office/drawing/2014/main" id="{01BCA605-7A49-47CD-A364-E8332E2F1A29}"/>
                    </a:ext>
                  </a:extLst>
                </p:cNvPr>
                <p:cNvCxnSpPr/>
                <p:nvPr/>
              </p:nvCxnSpPr>
              <p:spPr>
                <a:xfrm flipH="1" flipV="1">
                  <a:off x="954007" y="3854825"/>
                  <a:ext cx="50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Arrow Connector 47">
                  <a:extLst>
                    <a:ext uri="{FF2B5EF4-FFF2-40B4-BE49-F238E27FC236}">
                      <a16:creationId xmlns:a16="http://schemas.microsoft.com/office/drawing/2014/main" id="{C9AAB42F-5AB3-4038-B84E-314B522E5916}"/>
                    </a:ext>
                  </a:extLst>
                </p:cNvPr>
                <p:cNvCxnSpPr/>
                <p:nvPr/>
              </p:nvCxnSpPr>
              <p:spPr>
                <a:xfrm flipH="1" flipV="1">
                  <a:off x="1494373" y="3854825"/>
                  <a:ext cx="49" cy="216575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A887B58D-370A-4F16-AAD6-B8DAEC79CB27}"/>
                    </a:ext>
                  </a:extLst>
                </p:cNvPr>
                <p:cNvCxnSpPr/>
                <p:nvPr/>
              </p:nvCxnSpPr>
              <p:spPr>
                <a:xfrm>
                  <a:off x="1080002" y="374698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A083926F-8023-498E-8F9C-09055DEFBF8D}"/>
                    </a:ext>
                  </a:extLst>
                </p:cNvPr>
                <p:cNvCxnSpPr/>
                <p:nvPr/>
              </p:nvCxnSpPr>
              <p:spPr>
                <a:xfrm flipH="1">
                  <a:off x="1080002" y="3603475"/>
                  <a:ext cx="288000" cy="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Arrow Connector 50">
                  <a:extLst>
                    <a:ext uri="{FF2B5EF4-FFF2-40B4-BE49-F238E27FC236}">
                      <a16:creationId xmlns:a16="http://schemas.microsoft.com/office/drawing/2014/main" id="{4FA88A15-8B95-4D43-93F9-E748A7DDF964}"/>
                    </a:ext>
                  </a:extLst>
                </p:cNvPr>
                <p:cNvCxnSpPr/>
                <p:nvPr/>
              </p:nvCxnSpPr>
              <p:spPr>
                <a:xfrm flipV="1">
                  <a:off x="414290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Arrow Connector 51">
                  <a:extLst>
                    <a:ext uri="{FF2B5EF4-FFF2-40B4-BE49-F238E27FC236}">
                      <a16:creationId xmlns:a16="http://schemas.microsoft.com/office/drawing/2014/main" id="{1A63A8DF-1130-44B2-84FC-ACFD420E7957}"/>
                    </a:ext>
                  </a:extLst>
                </p:cNvPr>
                <p:cNvCxnSpPr/>
                <p:nvPr/>
              </p:nvCxnSpPr>
              <p:spPr>
                <a:xfrm flipV="1">
                  <a:off x="954040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Arrow Connector 52">
                  <a:extLst>
                    <a:ext uri="{FF2B5EF4-FFF2-40B4-BE49-F238E27FC236}">
                      <a16:creationId xmlns:a16="http://schemas.microsoft.com/office/drawing/2014/main" id="{BF26A086-F952-488F-A7B3-0F8B0A321B66}"/>
                    </a:ext>
                  </a:extLst>
                </p:cNvPr>
                <p:cNvCxnSpPr/>
                <p:nvPr/>
              </p:nvCxnSpPr>
              <p:spPr>
                <a:xfrm flipV="1">
                  <a:off x="1494425" y="3315140"/>
                  <a:ext cx="0" cy="179750"/>
                </a:xfrm>
                <a:prstGeom prst="straightConnector1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B4665F68-9C03-4A9E-96DA-13B7CFB89AEC}"/>
                    </a:ext>
                  </a:extLst>
                </p:cNvPr>
                <p:cNvSpPr/>
                <p:nvPr/>
              </p:nvSpPr>
              <p:spPr>
                <a:xfrm>
                  <a:off x="376463" y="2079658"/>
                  <a:ext cx="1243905" cy="243135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bg1">
                      <a:lumMod val="6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en-US" sz="3199" b="1" i="1" dirty="0">
                      <a:solidFill>
                        <a:srgbClr val="A6A6A6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Attention</a:t>
                  </a:r>
                  <a:endParaRPr lang="en-HK" sz="31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  <p:cxnSp>
              <p:nvCxnSpPr>
                <p:cNvPr id="55" name="Connector: Curved 54">
                  <a:extLst>
                    <a:ext uri="{FF2B5EF4-FFF2-40B4-BE49-F238E27FC236}">
                      <a16:creationId xmlns:a16="http://schemas.microsoft.com/office/drawing/2014/main" id="{87D8178E-24DE-4CCD-B1AA-B373E1C26F2B}"/>
                    </a:ext>
                  </a:extLst>
                </p:cNvPr>
                <p:cNvCxnSpPr>
                  <a:stCxn id="37" idx="0"/>
                  <a:endCxn id="54" idx="2"/>
                </p:cNvCxnSpPr>
                <p:nvPr/>
              </p:nvCxnSpPr>
              <p:spPr>
                <a:xfrm rot="5400000" flipH="1" flipV="1">
                  <a:off x="390180" y="2346904"/>
                  <a:ext cx="632347" cy="584126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or: Curved 55">
                  <a:extLst>
                    <a:ext uri="{FF2B5EF4-FFF2-40B4-BE49-F238E27FC236}">
                      <a16:creationId xmlns:a16="http://schemas.microsoft.com/office/drawing/2014/main" id="{E06B969A-27A0-4EFA-8CB1-57F05325547A}"/>
                    </a:ext>
                  </a:extLst>
                </p:cNvPr>
                <p:cNvCxnSpPr>
                  <a:stCxn id="38" idx="0"/>
                  <a:endCxn id="54" idx="2"/>
                </p:cNvCxnSpPr>
                <p:nvPr/>
              </p:nvCxnSpPr>
              <p:spPr>
                <a:xfrm rot="5400000" flipH="1" flipV="1">
                  <a:off x="660055" y="2616779"/>
                  <a:ext cx="632347" cy="44376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or: Curved 56">
                  <a:extLst>
                    <a:ext uri="{FF2B5EF4-FFF2-40B4-BE49-F238E27FC236}">
                      <a16:creationId xmlns:a16="http://schemas.microsoft.com/office/drawing/2014/main" id="{CE1C0A46-95C7-4C32-B01B-4868218C5109}"/>
                    </a:ext>
                  </a:extLst>
                </p:cNvPr>
                <p:cNvCxnSpPr>
                  <a:stCxn id="39" idx="0"/>
                  <a:endCxn id="54" idx="2"/>
                </p:cNvCxnSpPr>
                <p:nvPr/>
              </p:nvCxnSpPr>
              <p:spPr>
                <a:xfrm rot="16200000" flipV="1">
                  <a:off x="930248" y="2390962"/>
                  <a:ext cx="632347" cy="496009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nector: Curved 57">
                  <a:extLst>
                    <a:ext uri="{FF2B5EF4-FFF2-40B4-BE49-F238E27FC236}">
                      <a16:creationId xmlns:a16="http://schemas.microsoft.com/office/drawing/2014/main" id="{A5704D39-F346-4799-8063-E8B8D07C83FD}"/>
                    </a:ext>
                  </a:extLst>
                </p:cNvPr>
                <p:cNvCxnSpPr>
                  <a:stCxn id="110" idx="0"/>
                  <a:endCxn id="54" idx="2"/>
                </p:cNvCxnSpPr>
                <p:nvPr/>
              </p:nvCxnSpPr>
              <p:spPr>
                <a:xfrm rot="16200000" flipV="1">
                  <a:off x="1376217" y="1944993"/>
                  <a:ext cx="632341" cy="1387942"/>
                </a:xfrm>
                <a:prstGeom prst="curvedConnector3">
                  <a:avLst>
                    <a:gd name="adj1" fmla="val 50000"/>
                  </a:avLst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nector: Curved 58">
                  <a:extLst>
                    <a:ext uri="{FF2B5EF4-FFF2-40B4-BE49-F238E27FC236}">
                      <a16:creationId xmlns:a16="http://schemas.microsoft.com/office/drawing/2014/main" id="{C085D028-2706-4BCA-9F1C-CE6B27CF829F}"/>
                    </a:ext>
                  </a:extLst>
                </p:cNvPr>
                <p:cNvCxnSpPr>
                  <a:stCxn id="54" idx="0"/>
                  <a:endCxn id="84" idx="1"/>
                </p:cNvCxnSpPr>
                <p:nvPr/>
              </p:nvCxnSpPr>
              <p:spPr>
                <a:xfrm rot="5400000" flipH="1" flipV="1">
                  <a:off x="1292124" y="839176"/>
                  <a:ext cx="946774" cy="1534191"/>
                </a:xfrm>
                <a:prstGeom prst="curvedConnector2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1" name="Connector: Curved 30">
              <a:extLst>
                <a:ext uri="{FF2B5EF4-FFF2-40B4-BE49-F238E27FC236}">
                  <a16:creationId xmlns:a16="http://schemas.microsoft.com/office/drawing/2014/main" id="{4D422BB7-3E47-4FA2-8ADB-B259BB1BF8A6}"/>
                </a:ext>
              </a:extLst>
            </p:cNvPr>
            <p:cNvCxnSpPr>
              <a:stCxn id="18" idx="0"/>
              <a:endCxn id="80" idx="3"/>
            </p:cNvCxnSpPr>
            <p:nvPr/>
          </p:nvCxnSpPr>
          <p:spPr>
            <a:xfrm rot="16200000" flipV="1">
              <a:off x="3605536" y="1038784"/>
              <a:ext cx="946206" cy="1147883"/>
            </a:xfrm>
            <a:prstGeom prst="curvedConnector2">
              <a:avLst/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ctor: Curved 31">
              <a:extLst>
                <a:ext uri="{FF2B5EF4-FFF2-40B4-BE49-F238E27FC236}">
                  <a16:creationId xmlns:a16="http://schemas.microsoft.com/office/drawing/2014/main" id="{E3C24B55-4087-49AA-BAA3-61F96DABB526}"/>
                </a:ext>
              </a:extLst>
            </p:cNvPr>
            <p:cNvCxnSpPr>
              <a:stCxn id="39" idx="0"/>
              <a:endCxn id="18" idx="2"/>
            </p:cNvCxnSpPr>
            <p:nvPr/>
          </p:nvCxnSpPr>
          <p:spPr>
            <a:xfrm rot="5400000" flipH="1" flipV="1">
              <a:off x="2757065" y="1065754"/>
              <a:ext cx="632875" cy="3158155"/>
            </a:xfrm>
            <a:prstGeom prst="curvedConnector3">
              <a:avLst>
                <a:gd name="adj1" fmla="val 76519"/>
              </a:avLst>
            </a:prstGeom>
            <a:ln w="127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3AD8498-ABDC-443F-B490-CC66B310AF8D}"/>
                </a:ext>
              </a:extLst>
            </p:cNvPr>
            <p:cNvCxnSpPr>
              <a:endCxn id="106" idx="1"/>
            </p:cNvCxnSpPr>
            <p:nvPr/>
          </p:nvCxnSpPr>
          <p:spPr>
            <a:xfrm flipV="1">
              <a:off x="2025650" y="3679737"/>
              <a:ext cx="234536" cy="1489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86BE036C-AEA0-4527-B19C-F357845A9911}"/>
                </a:ext>
              </a:extLst>
            </p:cNvPr>
            <p:cNvCxnSpPr>
              <a:stCxn id="106" idx="3"/>
            </p:cNvCxnSpPr>
            <p:nvPr/>
          </p:nvCxnSpPr>
          <p:spPr>
            <a:xfrm>
              <a:off x="2512218" y="3679737"/>
              <a:ext cx="234000" cy="1489"/>
            </a:xfrm>
            <a:prstGeom prst="straightConnector1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1" name="Rectangle 110">
            <a:extLst>
              <a:ext uri="{FF2B5EF4-FFF2-40B4-BE49-F238E27FC236}">
                <a16:creationId xmlns:a16="http://schemas.microsoft.com/office/drawing/2014/main" id="{F1140DFC-0C98-4EEB-BEE0-6BF55641684E}"/>
              </a:ext>
            </a:extLst>
          </p:cNvPr>
          <p:cNvSpPr/>
          <p:nvPr/>
        </p:nvSpPr>
        <p:spPr>
          <a:xfrm>
            <a:off x="13493573" y="312881"/>
            <a:ext cx="7266374" cy="2330853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34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External Memory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598" y="3565967"/>
            <a:ext cx="8280001" cy="87879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HK" sz="3600" b="1" dirty="0">
                <a:latin typeface="Arial" panose="020B0604020202020204" pitchFamily="34" charset="0"/>
                <a:cs typeface="Arial" panose="020B0604020202020204" pitchFamily="34" charset="0"/>
              </a:rPr>
              <a:t>External Memory: </a:t>
            </a:r>
          </a:p>
          <a:p>
            <a:pPr marL="0" indent="0">
              <a:buNone/>
            </a:pPr>
            <a:r>
              <a:rPr lang="en-HK" sz="3600" dirty="0">
                <a:latin typeface="Arial" panose="020B0604020202020204" pitchFamily="34" charset="0"/>
                <a:cs typeface="Arial" panose="020B0604020202020204" pitchFamily="34" charset="0"/>
              </a:rPr>
              <a:t>contains emotional vocabulary, which belong to the expected emotion category.</a:t>
            </a:r>
          </a:p>
          <a:p>
            <a:pPr marL="0" indent="0">
              <a:buNone/>
            </a:pPr>
            <a:endParaRPr lang="en-HK" sz="39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4AA444-62BB-4000-A4D0-C5A9C0F339F1}"/>
              </a:ext>
            </a:extLst>
          </p:cNvPr>
          <p:cNvGrpSpPr/>
          <p:nvPr/>
        </p:nvGrpSpPr>
        <p:grpSpPr>
          <a:xfrm>
            <a:off x="9774145" y="3709936"/>
            <a:ext cx="14518058" cy="8500018"/>
            <a:chOff x="360038" y="36195"/>
            <a:chExt cx="4609830" cy="270032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549ABC0-98AA-4EBD-8B87-BB89E060CA37}"/>
                </a:ext>
              </a:extLst>
            </p:cNvPr>
            <p:cNvGrpSpPr/>
            <p:nvPr/>
          </p:nvGrpSpPr>
          <p:grpSpPr>
            <a:xfrm>
              <a:off x="360038" y="1620521"/>
              <a:ext cx="2628007" cy="1115999"/>
              <a:chOff x="360038" y="1440181"/>
              <a:chExt cx="2628277" cy="1115999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B425AE56-0021-42B4-A3B6-6F3AEB7AF013}"/>
                  </a:ext>
                </a:extLst>
              </p:cNvPr>
              <p:cNvSpPr/>
              <p:nvPr/>
            </p:nvSpPr>
            <p:spPr>
              <a:xfrm>
                <a:off x="2520315" y="1871980"/>
                <a:ext cx="468000" cy="25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…</a:t>
                </a:r>
                <a:endParaRPr lang="en-HK" sz="35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0AF973B7-E10B-44EA-B59F-7D680785DFCB}"/>
                  </a:ext>
                </a:extLst>
              </p:cNvPr>
              <p:cNvGrpSpPr/>
              <p:nvPr/>
            </p:nvGrpSpPr>
            <p:grpSpPr>
              <a:xfrm>
                <a:off x="360038" y="1440181"/>
                <a:ext cx="2160188" cy="1115999"/>
                <a:chOff x="360038" y="1440181"/>
                <a:chExt cx="2160188" cy="1115999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DF294994-7DBF-4C3C-8416-872D05444654}"/>
                    </a:ext>
                  </a:extLst>
                </p:cNvPr>
                <p:cNvGrpSpPr/>
                <p:nvPr/>
              </p:nvGrpSpPr>
              <p:grpSpPr>
                <a:xfrm>
                  <a:off x="360038" y="1440181"/>
                  <a:ext cx="1911605" cy="1115999"/>
                  <a:chOff x="360037" y="269302"/>
                  <a:chExt cx="1911788" cy="1116590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5500E894-9776-413B-9852-B651C6B36822}"/>
                      </a:ext>
                    </a:extLst>
                  </p:cNvPr>
                  <p:cNvGrpSpPr/>
                  <p:nvPr/>
                </p:nvGrpSpPr>
                <p:grpSpPr>
                  <a:xfrm>
                    <a:off x="360037" y="269302"/>
                    <a:ext cx="471599" cy="1116000"/>
                    <a:chOff x="3516129" y="917483"/>
                    <a:chExt cx="469771" cy="1114548"/>
                  </a:xfrm>
                </p:grpSpPr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050FBA1A-DC1C-419F-B315-C1157B78C9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129" y="917483"/>
                      <a:ext cx="468298" cy="1114548"/>
                      <a:chOff x="3516129" y="917483"/>
                      <a:chExt cx="468298" cy="1114548"/>
                    </a:xfrm>
                  </p:grpSpPr>
                  <p:cxnSp>
                    <p:nvCxnSpPr>
                      <p:cNvPr id="69" name="Straight Arrow Connector 68">
                        <a:extLst>
                          <a:ext uri="{FF2B5EF4-FFF2-40B4-BE49-F238E27FC236}">
                            <a16:creationId xmlns:a16="http://schemas.microsoft.com/office/drawing/2014/main" id="{B8686AAF-3643-4780-BA2B-B9F737AFC0EC}"/>
                          </a:ext>
                        </a:extLst>
                      </p:cNvPr>
                      <p:cNvCxnSpPr>
                        <a:stCxn id="68" idx="0"/>
                        <a:endCxn id="71" idx="2"/>
                      </p:cNvCxnSpPr>
                      <p:nvPr/>
                    </p:nvCxnSpPr>
                    <p:spPr>
                      <a:xfrm flipH="1" flipV="1">
                        <a:off x="3749955" y="1169072"/>
                        <a:ext cx="1813" cy="180809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70" name="Group 69">
                        <a:extLst>
                          <a:ext uri="{FF2B5EF4-FFF2-40B4-BE49-F238E27FC236}">
                            <a16:creationId xmlns:a16="http://schemas.microsoft.com/office/drawing/2014/main" id="{A4817984-91C5-49CE-BC40-C34FED45AB6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516510" y="1601857"/>
                        <a:ext cx="467917" cy="430174"/>
                        <a:chOff x="183001" y="432814"/>
                        <a:chExt cx="467917" cy="430174"/>
                      </a:xfrm>
                    </p:grpSpPr>
                    <p:sp>
                      <p:nvSpPr>
                        <p:cNvPr id="72" name="矩形 23">
                          <a:extLst>
                            <a:ext uri="{FF2B5EF4-FFF2-40B4-BE49-F238E27FC236}">
                              <a16:creationId xmlns:a16="http://schemas.microsoft.com/office/drawing/2014/main" id="{F5DF8A5E-7FBC-4CB2-B5D9-5ABABDAD9E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3001" y="611287"/>
                          <a:ext cx="467917" cy="251701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:r>
                            <a:rPr lang="en-US" sz="3599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EOS</a:t>
                          </a:r>
                          <a:r>
                            <a:rPr lang="en-US" sz="35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  <p:cxnSp>
                      <p:nvCxnSpPr>
                        <p:cNvPr id="73" name="Straight Arrow Connector 72">
                          <a:extLst>
                            <a:ext uri="{FF2B5EF4-FFF2-40B4-BE49-F238E27FC236}">
                              <a16:creationId xmlns:a16="http://schemas.microsoft.com/office/drawing/2014/main" id="{BCE41814-DE94-4EE9-955D-F73D6B8CFA82}"/>
                            </a:ext>
                          </a:extLst>
                        </p:cNvPr>
                        <p:cNvCxnSpPr>
                          <a:stCxn id="72" idx="0"/>
                          <a:endCxn id="68" idx="2"/>
                        </p:cNvCxnSpPr>
                        <p:nvPr/>
                      </p:nvCxnSpPr>
                      <p:spPr>
                        <a:xfrm flipV="1">
                          <a:off x="416827" y="432814"/>
                          <a:ext cx="1432" cy="178303"/>
                        </a:xfrm>
                        <a:prstGeom prst="straightConnector1">
                          <a:avLst/>
                        </a:prstGeom>
                        <a:ln w="38100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71" name="矩形 23">
                        <a:extLst>
                          <a:ext uri="{FF2B5EF4-FFF2-40B4-BE49-F238E27FC236}">
                            <a16:creationId xmlns:a16="http://schemas.microsoft.com/office/drawing/2014/main" id="{E5BF9B9D-006A-4F80-B6B6-6E88AD8CE8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129" y="917483"/>
                        <a:ext cx="467917" cy="251701"/>
                      </a:xfrm>
                      <a:prstGeom prst="rect">
                        <a:avLst/>
                      </a:prstGeom>
                      <a:noFill/>
                      <a:ln w="6350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lang="zh-CN" altLang="en-US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a:t>社会</a:t>
                        </a:r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68" name="Rectangle: Rounded Corners 67">
                      <a:extLst>
                        <a:ext uri="{FF2B5EF4-FFF2-40B4-BE49-F238E27FC236}">
                          <a16:creationId xmlns:a16="http://schemas.microsoft.com/office/drawing/2014/main" id="{EA9811A0-F3CC-4C59-AFE1-DF4550929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7900" y="1350010"/>
                      <a:ext cx="468000" cy="252000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cell</a:t>
                      </a:r>
                      <a:endParaRPr lang="en-HK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51C76190-AA82-4867-B7B9-AFDE50C9AEC3}"/>
                      </a:ext>
                    </a:extLst>
                  </p:cNvPr>
                  <p:cNvGrpSpPr/>
                  <p:nvPr/>
                </p:nvGrpSpPr>
                <p:grpSpPr>
                  <a:xfrm>
                    <a:off x="1080136" y="269597"/>
                    <a:ext cx="471599" cy="1116000"/>
                    <a:chOff x="0" y="0"/>
                    <a:chExt cx="469771" cy="1114548"/>
                  </a:xfrm>
                </p:grpSpPr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90251A86-47A8-4C55-8D77-148150A5A8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468298" cy="1114548"/>
                      <a:chOff x="0" y="0"/>
                      <a:chExt cx="468298" cy="1114548"/>
                    </a:xfrm>
                  </p:grpSpPr>
                  <p:cxnSp>
                    <p:nvCxnSpPr>
                      <p:cNvPr id="62" name="Straight Arrow Connector 61">
                        <a:extLst>
                          <a:ext uri="{FF2B5EF4-FFF2-40B4-BE49-F238E27FC236}">
                            <a16:creationId xmlns:a16="http://schemas.microsoft.com/office/drawing/2014/main" id="{D7CDCEE2-D350-44E0-9DF5-266899460D2E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233826" y="251589"/>
                        <a:ext cx="1813" cy="180809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63" name="Group 62">
                        <a:extLst>
                          <a:ext uri="{FF2B5EF4-FFF2-40B4-BE49-F238E27FC236}">
                            <a16:creationId xmlns:a16="http://schemas.microsoft.com/office/drawing/2014/main" id="{B4A380D9-F181-47E4-8FBE-50F7732DE71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81" y="684374"/>
                        <a:ext cx="467917" cy="430174"/>
                        <a:chOff x="381" y="684374"/>
                        <a:chExt cx="467917" cy="430174"/>
                      </a:xfrm>
                    </p:grpSpPr>
                    <p:sp>
                      <p:nvSpPr>
                        <p:cNvPr id="65" name="矩形 23">
                          <a:extLst>
                            <a:ext uri="{FF2B5EF4-FFF2-40B4-BE49-F238E27FC236}">
                              <a16:creationId xmlns:a16="http://schemas.microsoft.com/office/drawing/2014/main" id="{8AE7E2C1-F0EF-45F7-AEF0-C71504A8AF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1" y="862847"/>
                          <a:ext cx="467917" cy="251701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:r>
                            <a:rPr lang="zh-CN" altLang="en-US" sz="3599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STKaiti" panose="02010600040101010101" pitchFamily="2" charset="-122"/>
                            </a:rPr>
                            <a:t>社会</a:t>
                          </a:r>
                          <a:endParaRPr lang="en-HK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  <p:cxnSp>
                      <p:nvCxnSpPr>
                        <p:cNvPr id="66" name="Straight Arrow Connector 65">
                          <a:extLst>
                            <a:ext uri="{FF2B5EF4-FFF2-40B4-BE49-F238E27FC236}">
                              <a16:creationId xmlns:a16="http://schemas.microsoft.com/office/drawing/2014/main" id="{FC12C40E-3633-4F88-98D7-9BA1F6122A6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234207" y="684374"/>
                          <a:ext cx="1432" cy="178303"/>
                        </a:xfrm>
                        <a:prstGeom prst="straightConnector1">
                          <a:avLst/>
                        </a:prstGeom>
                        <a:ln w="38100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64" name="矩形 23">
                        <a:extLst>
                          <a:ext uri="{FF2B5EF4-FFF2-40B4-BE49-F238E27FC236}">
                            <a16:creationId xmlns:a16="http://schemas.microsoft.com/office/drawing/2014/main" id="{EAC50CD9-41B7-417A-BB05-65C04BA92C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467917" cy="251701"/>
                      </a:xfrm>
                      <a:prstGeom prst="rect">
                        <a:avLst/>
                      </a:prstGeom>
                      <a:noFill/>
                      <a:ln w="6350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lang="zh-CN" altLang="en-US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a:t>还是</a:t>
                        </a:r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61" name="Rectangle: Rounded Corners 60">
                      <a:extLst>
                        <a:ext uri="{FF2B5EF4-FFF2-40B4-BE49-F238E27FC236}">
                          <a16:creationId xmlns:a16="http://schemas.microsoft.com/office/drawing/2014/main" id="{E7C7E6C0-F920-42B1-8451-2B5B85F1A7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1" y="432527"/>
                      <a:ext cx="468000" cy="252000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cell</a:t>
                      </a:r>
                      <a:endParaRPr lang="en-HK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4D9324CC-A77F-421D-B9C9-87A9477BBD87}"/>
                      </a:ext>
                    </a:extLst>
                  </p:cNvPr>
                  <p:cNvCxnSpPr>
                    <a:stCxn id="68" idx="3"/>
                    <a:endCxn id="61" idx="1"/>
                  </p:cNvCxnSpPr>
                  <p:nvPr/>
                </p:nvCxnSpPr>
                <p:spPr>
                  <a:xfrm>
                    <a:off x="831614" y="828476"/>
                    <a:ext cx="250261" cy="296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092DE57A-182E-4B33-A30C-566722A9E178}"/>
                      </a:ext>
                    </a:extLst>
                  </p:cNvPr>
                  <p:cNvGrpSpPr/>
                  <p:nvPr/>
                </p:nvGrpSpPr>
                <p:grpSpPr>
                  <a:xfrm>
                    <a:off x="1800607" y="702983"/>
                    <a:ext cx="471218" cy="682909"/>
                    <a:chOff x="381" y="432527"/>
                    <a:chExt cx="469390" cy="682021"/>
                  </a:xfrm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3FB33D6D-7E45-4527-9F87-13DEA091E8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1" y="684374"/>
                      <a:ext cx="467917" cy="430174"/>
                      <a:chOff x="381" y="684374"/>
                      <a:chExt cx="467917" cy="430174"/>
                    </a:xfrm>
                  </p:grpSpPr>
                  <p:sp>
                    <p:nvSpPr>
                      <p:cNvPr id="58" name="矩形 23">
                        <a:extLst>
                          <a:ext uri="{FF2B5EF4-FFF2-40B4-BE49-F238E27FC236}">
                            <a16:creationId xmlns:a16="http://schemas.microsoft.com/office/drawing/2014/main" id="{C5E4BB17-F00E-4145-812C-A118BBA63D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1" y="862847"/>
                        <a:ext cx="467917" cy="251701"/>
                      </a:xfrm>
                      <a:prstGeom prst="rect">
                        <a:avLst/>
                      </a:prstGeom>
                      <a:noFill/>
                      <a:ln w="6350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lang="zh-CN" altLang="en-US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a:t>还是</a:t>
                        </a:r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  <p:cxnSp>
                    <p:nvCxnSpPr>
                      <p:cNvPr id="59" name="Straight Arrow Connector 58">
                        <a:extLst>
                          <a:ext uri="{FF2B5EF4-FFF2-40B4-BE49-F238E27FC236}">
                            <a16:creationId xmlns:a16="http://schemas.microsoft.com/office/drawing/2014/main" id="{BCBCD330-1385-459C-BA20-2A95FC1F904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234207" y="684374"/>
                        <a:ext cx="1432" cy="178303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57" name="Rectangle: Rounded Corners 56">
                      <a:extLst>
                        <a:ext uri="{FF2B5EF4-FFF2-40B4-BE49-F238E27FC236}">
                          <a16:creationId xmlns:a16="http://schemas.microsoft.com/office/drawing/2014/main" id="{AD3C9D8D-A2FA-4929-82EC-70CEE11FB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1" y="432527"/>
                      <a:ext cx="468000" cy="252000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cell</a:t>
                      </a:r>
                      <a:endParaRPr lang="en-HK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55" name="Straight Arrow Connector 54">
                    <a:extLst>
                      <a:ext uri="{FF2B5EF4-FFF2-40B4-BE49-F238E27FC236}">
                        <a16:creationId xmlns:a16="http://schemas.microsoft.com/office/drawing/2014/main" id="{9A6EF7F2-AC27-43F1-8E45-E5430E4AF80A}"/>
                      </a:ext>
                    </a:extLst>
                  </p:cNvPr>
                  <p:cNvCxnSpPr>
                    <a:stCxn id="61" idx="3"/>
                    <a:endCxn id="57" idx="1"/>
                  </p:cNvCxnSpPr>
                  <p:nvPr/>
                </p:nvCxnSpPr>
                <p:spPr>
                  <a:xfrm>
                    <a:off x="1551680" y="828772"/>
                    <a:ext cx="250259" cy="296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FEDA1723-E1A9-4AE9-88E2-B8F3190CCF97}"/>
                    </a:ext>
                  </a:extLst>
                </p:cNvPr>
                <p:cNvCxnSpPr>
                  <a:stCxn id="57" idx="3"/>
                  <a:endCxn id="47" idx="1"/>
                </p:cNvCxnSpPr>
                <p:nvPr/>
              </p:nvCxnSpPr>
              <p:spPr>
                <a:xfrm flipV="1">
                  <a:off x="2271564" y="1997789"/>
                  <a:ext cx="248662" cy="175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23">
                  <a:extLst>
                    <a:ext uri="{FF2B5EF4-FFF2-40B4-BE49-F238E27FC236}">
                      <a16:creationId xmlns:a16="http://schemas.microsoft.com/office/drawing/2014/main" id="{19A81E68-8A2D-4063-BDEE-BE0B89826A3C}"/>
                    </a:ext>
                  </a:extLst>
                </p:cNvPr>
                <p:cNvSpPr/>
                <p:nvPr/>
              </p:nvSpPr>
              <p:spPr>
                <a:xfrm>
                  <a:off x="2318843" y="466239"/>
                  <a:ext cx="576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5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14:m>
                    <m:oMath xmlns:m="http://schemas.openxmlformats.org/officeDocument/2006/math">
                      <m:r>
                        <a:rPr lang="en-US" sz="3599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𝑊</m:t>
                      </m:r>
                      <m:r>
                        <a:rPr lang="en-US" sz="3599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∙</m:t>
                      </m:r>
                      <m:sSub>
                        <m:sSubPr>
                          <m:ctrlPr>
                            <a:rPr lang="en-HK" sz="3599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3599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𝑠</m:t>
                          </m:r>
                        </m:e>
                        <m:sub>
                          <m:r>
                            <a:rPr lang="en-US" sz="3599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𝑙</m:t>
                          </m:r>
                        </m:sub>
                      </m:sSub>
                    </m:oMath>
                  </a14:m>
                  <a:endParaRPr lang="en-HK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6" name="矩形 23">
                  <a:extLst>
                    <a:ext uri="{FF2B5EF4-FFF2-40B4-BE49-F238E27FC236}">
                      <a16:creationId xmlns:a16="http://schemas.microsoft.com/office/drawing/2014/main" id="{19A81E68-8A2D-4063-BDEE-BE0B89826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8843" y="466239"/>
                  <a:ext cx="576000" cy="252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979207DA-2D07-4382-9AA2-43277582BE0B}"/>
                </a:ext>
              </a:extLst>
            </p:cNvPr>
            <p:cNvCxnSpPr>
              <a:stCxn id="57" idx="0"/>
              <a:endCxn id="16" idx="1"/>
            </p:cNvCxnSpPr>
            <p:nvPr/>
          </p:nvCxnSpPr>
          <p:spPr>
            <a:xfrm rot="5400000" flipH="1" flipV="1">
              <a:off x="1446847" y="1181977"/>
              <a:ext cx="1461733" cy="28225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28FA29A-1EFB-45BD-91C3-A3BCEEB157B2}"/>
                </a:ext>
              </a:extLst>
            </p:cNvPr>
            <p:cNvGrpSpPr/>
            <p:nvPr/>
          </p:nvGrpSpPr>
          <p:grpSpPr>
            <a:xfrm>
              <a:off x="2871230" y="1261666"/>
              <a:ext cx="432228" cy="792330"/>
              <a:chOff x="2160042" y="288422"/>
              <a:chExt cx="432228" cy="79233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矩形 23">
                    <a:extLst>
                      <a:ext uri="{FF2B5EF4-FFF2-40B4-BE49-F238E27FC236}">
                        <a16:creationId xmlns:a16="http://schemas.microsoft.com/office/drawing/2014/main" id="{C41539FC-92E9-402A-87AE-BCE45C6DBDA4}"/>
                      </a:ext>
                    </a:extLst>
                  </p:cNvPr>
                  <p:cNvSpPr/>
                  <p:nvPr/>
                </p:nvSpPr>
                <p:spPr>
                  <a:xfrm>
                    <a:off x="2160270" y="288422"/>
                    <a:ext cx="432000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35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599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δ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599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l</m:t>
                              </m:r>
                            </m:sub>
                          </m:sSub>
                        </m:oMath>
                      </m:oMathPara>
                    </a14:m>
                    <a:endParaRPr lang="en-HK" sz="35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4" name="矩形 23">
                    <a:extLst>
                      <a:ext uri="{FF2B5EF4-FFF2-40B4-BE49-F238E27FC236}">
                        <a16:creationId xmlns:a16="http://schemas.microsoft.com/office/drawing/2014/main" id="{C41539FC-92E9-402A-87AE-BCE45C6DBDA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270" y="288422"/>
                    <a:ext cx="432000" cy="2520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矩形 23">
                    <a:extLst>
                      <a:ext uri="{FF2B5EF4-FFF2-40B4-BE49-F238E27FC236}">
                        <a16:creationId xmlns:a16="http://schemas.microsoft.com/office/drawing/2014/main" id="{7C4D6FEB-AB4D-4D76-A7C5-A1BB0B158ABA}"/>
                      </a:ext>
                    </a:extLst>
                  </p:cNvPr>
                  <p:cNvSpPr/>
                  <p:nvPr/>
                </p:nvSpPr>
                <p:spPr>
                  <a:xfrm>
                    <a:off x="2160118" y="828752"/>
                    <a:ext cx="432000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lang="en-US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1- 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HK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599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599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l</m:t>
                            </m:r>
                          </m:sub>
                        </m:sSub>
                      </m:oMath>
                    </a14:m>
                    <a:endParaRPr lang="en-HK" sz="35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5" name="矩形 23">
                    <a:extLst>
                      <a:ext uri="{FF2B5EF4-FFF2-40B4-BE49-F238E27FC236}">
                        <a16:creationId xmlns:a16="http://schemas.microsoft.com/office/drawing/2014/main" id="{7C4D6FEB-AB4D-4D76-A7C5-A1BB0B158A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118" y="828752"/>
                    <a:ext cx="432000" cy="252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232" t="-3030" b="-17424"/>
                    </a:stretch>
                  </a:blipFill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2B020D5C-B522-4709-981B-C8CDFE654D0C}"/>
                  </a:ext>
                </a:extLst>
              </p:cNvPr>
              <p:cNvCxnSpPr>
                <a:stCxn id="44" idx="1"/>
                <a:endCxn id="45" idx="1"/>
              </p:cNvCxnSpPr>
              <p:nvPr/>
            </p:nvCxnSpPr>
            <p:spPr>
              <a:xfrm rot="10800000" flipV="1">
                <a:off x="2160042" y="414381"/>
                <a:ext cx="152" cy="540279"/>
              </a:xfrm>
              <a:prstGeom prst="bentConnector3">
                <a:avLst>
                  <a:gd name="adj1" fmla="val 85717763"/>
                </a:avLst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B2C70-F0AC-49C5-879D-BE46D82F6AA3}"/>
                </a:ext>
              </a:extLst>
            </p:cNvPr>
            <p:cNvSpPr/>
            <p:nvPr/>
          </p:nvSpPr>
          <p:spPr>
            <a:xfrm>
              <a:off x="900430" y="36195"/>
              <a:ext cx="900000" cy="540000"/>
            </a:xfrm>
            <a:prstGeom prst="rect">
              <a:avLst/>
            </a:prstGeom>
            <a:noFill/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rPr>
                <a:t>External Memory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04BDFC12-5EC4-4666-AB79-F0C04E21EEE4}"/>
                </a:ext>
              </a:extLst>
            </p:cNvPr>
            <p:cNvCxnSpPr>
              <a:stCxn id="57" idx="0"/>
            </p:cNvCxnSpPr>
            <p:nvPr/>
          </p:nvCxnSpPr>
          <p:spPr>
            <a:xfrm rot="5400000" flipH="1" flipV="1">
              <a:off x="2184687" y="1506835"/>
              <a:ext cx="398766" cy="695117"/>
            </a:xfrm>
            <a:prstGeom prst="bentConnector2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752F8F7-B300-4025-B709-94390D4580A2}"/>
                    </a:ext>
                  </a:extLst>
                </p:cNvPr>
                <p:cNvSpPr/>
                <p:nvPr/>
              </p:nvSpPr>
              <p:spPr>
                <a:xfrm>
                  <a:off x="2028421" y="54186"/>
                  <a:ext cx="464062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𝑉𝑜𝑐𝑏</m:t>
                            </m:r>
                          </m:e>
                          <m:sub>
                            <m:r>
                              <a:rPr lang="en-US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HK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752F8F7-B300-4025-B709-94390D4580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421" y="54186"/>
                  <a:ext cx="464062" cy="2520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0DBDD806-EEED-46D6-B32A-35403FE5984E}"/>
                </a:ext>
              </a:extLst>
            </p:cNvPr>
            <p:cNvCxnSpPr>
              <a:stCxn id="20" idx="3"/>
              <a:endCxn id="16" idx="0"/>
            </p:cNvCxnSpPr>
            <p:nvPr/>
          </p:nvCxnSpPr>
          <p:spPr>
            <a:xfrm>
              <a:off x="1800430" y="306195"/>
              <a:ext cx="806413" cy="16004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9792EC-E1DB-4FF5-AFA4-6773182A700C}"/>
                </a:ext>
              </a:extLst>
            </p:cNvPr>
            <p:cNvGrpSpPr/>
            <p:nvPr/>
          </p:nvGrpSpPr>
          <p:grpSpPr>
            <a:xfrm>
              <a:off x="3210231" y="139944"/>
              <a:ext cx="720292" cy="900000"/>
              <a:chOff x="-64" y="0"/>
              <a:chExt cx="721006" cy="900550"/>
            </a:xfrm>
          </p:grpSpPr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4CCEFD79-312F-4ECB-BD2E-167E285FFAD0}"/>
                  </a:ext>
                </a:extLst>
              </p:cNvPr>
              <p:cNvSpPr/>
              <p:nvPr/>
            </p:nvSpPr>
            <p:spPr>
              <a:xfrm>
                <a:off x="228" y="0"/>
                <a:ext cx="720714" cy="360220"/>
              </a:xfrm>
              <a:prstGeom prst="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Emotion Vector</a:t>
                </a:r>
                <a:endParaRPr lang="en-HK" sz="35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sp>
            <p:nvSpPr>
              <p:cNvPr id="42" name="矩形 23">
                <a:extLst>
                  <a:ext uri="{FF2B5EF4-FFF2-40B4-BE49-F238E27FC236}">
                    <a16:creationId xmlns:a16="http://schemas.microsoft.com/office/drawing/2014/main" id="{9C88A74D-1028-4F9D-8CE1-C76B4196CBF4}"/>
                  </a:ext>
                </a:extLst>
              </p:cNvPr>
              <p:cNvSpPr/>
              <p:nvPr/>
            </p:nvSpPr>
            <p:spPr>
              <a:xfrm>
                <a:off x="76" y="540330"/>
                <a:ext cx="720714" cy="360220"/>
              </a:xfrm>
              <a:prstGeom prst="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Generic Vector</a:t>
                </a:r>
              </a:p>
            </p:txBody>
          </p: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8E5F5092-C874-46D8-825E-65D2A084B5CE}"/>
                  </a:ext>
                </a:extLst>
              </p:cNvPr>
              <p:cNvCxnSpPr>
                <a:stCxn id="41" idx="1"/>
                <a:endCxn id="42" idx="1"/>
              </p:cNvCxnSpPr>
              <p:nvPr/>
            </p:nvCxnSpPr>
            <p:spPr>
              <a:xfrm rot="10800000" flipV="1">
                <a:off x="-64" y="180064"/>
                <a:ext cx="152" cy="540279"/>
              </a:xfrm>
              <a:prstGeom prst="bentConnector3">
                <a:avLst>
                  <a:gd name="adj1" fmla="val 89482895"/>
                </a:avLst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9526991-B3CA-4B33-81B2-E2C15DFC8CE1}"/>
                </a:ext>
              </a:extLst>
            </p:cNvPr>
            <p:cNvCxnSpPr>
              <a:stCxn id="16" idx="3"/>
            </p:cNvCxnSpPr>
            <p:nvPr/>
          </p:nvCxnSpPr>
          <p:spPr>
            <a:xfrm flipV="1">
              <a:off x="2894717" y="592111"/>
              <a:ext cx="185615" cy="31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矩形 23">
              <a:extLst>
                <a:ext uri="{FF2B5EF4-FFF2-40B4-BE49-F238E27FC236}">
                  <a16:creationId xmlns:a16="http://schemas.microsoft.com/office/drawing/2014/main" id="{CCCE2237-96A2-45DC-A2EE-06B9342DE161}"/>
                </a:ext>
              </a:extLst>
            </p:cNvPr>
            <p:cNvSpPr/>
            <p:nvPr/>
          </p:nvSpPr>
          <p:spPr>
            <a:xfrm>
              <a:off x="3655927" y="1260475"/>
              <a:ext cx="234000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numCol="1" spcCol="0" rtlCol="0" fromWordArt="0" anchor="ctr" anchorCtr="0" forceAA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Cambria Math" panose="02040503050406030204" pitchFamily="18" charset="0"/>
                  <a:ea typeface="DengXian" panose="02010600030101010101" pitchFamily="2" charset="-122"/>
                </a:rPr>
                <a:t>⨂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sp>
          <p:nvSpPr>
            <p:cNvPr id="31" name="矩形 23">
              <a:extLst>
                <a:ext uri="{FF2B5EF4-FFF2-40B4-BE49-F238E27FC236}">
                  <a16:creationId xmlns:a16="http://schemas.microsoft.com/office/drawing/2014/main" id="{B7C0CD6B-A105-4BD3-9AF4-CF9F5E8668D3}"/>
                </a:ext>
              </a:extLst>
            </p:cNvPr>
            <p:cNvSpPr/>
            <p:nvPr/>
          </p:nvSpPr>
          <p:spPr>
            <a:xfrm>
              <a:off x="3654425" y="1800225"/>
              <a:ext cx="234000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numCol="1" spcCol="0" rtlCol="0" fromWordArt="0" anchor="ctr" anchorCtr="0" forceAA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Cambria Math" panose="02040503050406030204" pitchFamily="18" charset="0"/>
                  <a:ea typeface="DengXian" panose="02010600030101010101" pitchFamily="2" charset="-122"/>
                  <a:cs typeface="Cambria Math" panose="02040503050406030204" pitchFamily="18" charset="0"/>
                </a:rPr>
                <a:t>⨂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A013571-AC30-4CF7-BB8C-4565C402E5CC}"/>
                </a:ext>
              </a:extLst>
            </p:cNvPr>
            <p:cNvCxnSpPr>
              <a:stCxn id="44" idx="3"/>
              <a:endCxn id="30" idx="1"/>
            </p:cNvCxnSpPr>
            <p:nvPr/>
          </p:nvCxnSpPr>
          <p:spPr>
            <a:xfrm flipV="1">
              <a:off x="3303458" y="1386475"/>
              <a:ext cx="352469" cy="11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4DA0EF82-B638-44F3-B548-9F527F46E183}"/>
                </a:ext>
              </a:extLst>
            </p:cNvPr>
            <p:cNvCxnSpPr>
              <a:stCxn id="41" idx="3"/>
              <a:endCxn id="30" idx="0"/>
            </p:cNvCxnSpPr>
            <p:nvPr/>
          </p:nvCxnSpPr>
          <p:spPr>
            <a:xfrm flipH="1">
              <a:off x="3772927" y="319944"/>
              <a:ext cx="157596" cy="940531"/>
            </a:xfrm>
            <a:prstGeom prst="bentConnector4">
              <a:avLst>
                <a:gd name="adj1" fmla="val -145054"/>
                <a:gd name="adj2" fmla="val 84173"/>
              </a:avLst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6D66CDC-5BE6-441E-AD5B-50DECC226B7E}"/>
                </a:ext>
              </a:extLst>
            </p:cNvPr>
            <p:cNvCxnSpPr>
              <a:stCxn id="45" idx="3"/>
              <a:endCxn id="31" idx="1"/>
            </p:cNvCxnSpPr>
            <p:nvPr/>
          </p:nvCxnSpPr>
          <p:spPr>
            <a:xfrm flipV="1">
              <a:off x="3303306" y="1926225"/>
              <a:ext cx="351119" cy="17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07B327BC-3A85-4559-A1B3-36E79A9A7BBF}"/>
                </a:ext>
              </a:extLst>
            </p:cNvPr>
            <p:cNvCxnSpPr>
              <a:stCxn id="42" idx="3"/>
              <a:endCxn id="31" idx="2"/>
            </p:cNvCxnSpPr>
            <p:nvPr/>
          </p:nvCxnSpPr>
          <p:spPr>
            <a:xfrm flipH="1">
              <a:off x="3771425" y="859944"/>
              <a:ext cx="158946" cy="1192281"/>
            </a:xfrm>
            <a:prstGeom prst="bentConnector4">
              <a:avLst>
                <a:gd name="adj1" fmla="val -63797"/>
                <a:gd name="adj2" fmla="val 119173"/>
              </a:avLst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 23">
              <a:extLst>
                <a:ext uri="{FF2B5EF4-FFF2-40B4-BE49-F238E27FC236}">
                  <a16:creationId xmlns:a16="http://schemas.microsoft.com/office/drawing/2014/main" id="{0BADFE64-DF0A-4CD4-A297-C4DA1D3A29A1}"/>
                </a:ext>
              </a:extLst>
            </p:cNvPr>
            <p:cNvSpPr/>
            <p:nvPr/>
          </p:nvSpPr>
          <p:spPr>
            <a:xfrm>
              <a:off x="4086456" y="1512348"/>
              <a:ext cx="233680" cy="2514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numCol="1" spcCol="0" rtlCol="0" fromWordArt="0" anchor="ctr" anchorCtr="0" forceAA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Cambria Math" panose="02040503050406030204" pitchFamily="18" charset="0"/>
                  <a:ea typeface="DengXian" panose="02010600030101010101" pitchFamily="2" charset="-122"/>
                  <a:cs typeface="Cambria Math" panose="02040503050406030204" pitchFamily="18" charset="0"/>
                </a:rPr>
                <a:t>⨁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169B8ABB-0403-4081-9269-1BDD39CB2723}"/>
                </a:ext>
              </a:extLst>
            </p:cNvPr>
            <p:cNvCxnSpPr>
              <a:stCxn id="30" idx="3"/>
              <a:endCxn id="36" idx="0"/>
            </p:cNvCxnSpPr>
            <p:nvPr/>
          </p:nvCxnSpPr>
          <p:spPr>
            <a:xfrm>
              <a:off x="3889790" y="1386343"/>
              <a:ext cx="313358" cy="12586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5AADC3CA-56F1-4EE4-8FEC-E668D1F8741E}"/>
                </a:ext>
              </a:extLst>
            </p:cNvPr>
            <p:cNvCxnSpPr>
              <a:stCxn id="31" idx="3"/>
              <a:endCxn id="36" idx="2"/>
            </p:cNvCxnSpPr>
            <p:nvPr/>
          </p:nvCxnSpPr>
          <p:spPr>
            <a:xfrm flipV="1">
              <a:off x="3888288" y="1763640"/>
              <a:ext cx="314860" cy="16240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23">
                  <a:extLst>
                    <a:ext uri="{FF2B5EF4-FFF2-40B4-BE49-F238E27FC236}">
                      <a16:creationId xmlns:a16="http://schemas.microsoft.com/office/drawing/2014/main" id="{E9C745FC-0DA7-41B4-9D2F-F52202C7C459}"/>
                    </a:ext>
                  </a:extLst>
                </p:cNvPr>
                <p:cNvSpPr/>
                <p:nvPr/>
              </p:nvSpPr>
              <p:spPr>
                <a:xfrm>
                  <a:off x="4537868" y="1512053"/>
                  <a:ext cx="4320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599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𝑃</m:t>
                        </m:r>
                        <m:r>
                          <a:rPr lang="en-US" sz="3599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HK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HK" sz="3599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5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35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𝒍</m:t>
                                </m:r>
                              </m:sub>
                            </m:sSub>
                          </m:e>
                        </m:acc>
                        <m:r>
                          <a:rPr lang="en-US" sz="3599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 )</m:t>
                        </m:r>
                      </m:oMath>
                    </m:oMathPara>
                  </a14:m>
                  <a:endParaRPr lang="en-HK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9" name="矩形 23">
                  <a:extLst>
                    <a:ext uri="{FF2B5EF4-FFF2-40B4-BE49-F238E27FC236}">
                      <a16:creationId xmlns:a16="http://schemas.microsoft.com/office/drawing/2014/main" id="{E9C745FC-0DA7-41B4-9D2F-F52202C7C4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7868" y="1512053"/>
                  <a:ext cx="432000" cy="25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5E515CD-0AAA-4AFF-A9FD-0C6D4B2178C3}"/>
                </a:ext>
              </a:extLst>
            </p:cNvPr>
            <p:cNvCxnSpPr>
              <a:stCxn id="36" idx="3"/>
              <a:endCxn id="39" idx="1"/>
            </p:cNvCxnSpPr>
            <p:nvPr/>
          </p:nvCxnSpPr>
          <p:spPr>
            <a:xfrm flipV="1">
              <a:off x="4319984" y="1637897"/>
              <a:ext cx="217724" cy="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02560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External Memory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598" y="3565967"/>
                <a:ext cx="8280001" cy="8787964"/>
              </a:xfrm>
            </p:spPr>
            <p:txBody>
              <a:bodyPr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sz="36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HK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HK" sz="3600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:endParaRPr lang="en-HK" sz="3600" i="1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HK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sub>
                            </m:sSub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𝑖𝑓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HK" sz="3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HK" sz="3600" i="1">
                                    <a:latin typeface="Cambria Math" panose="02040503050406030204" pitchFamily="18" charset="0"/>
                                  </a:rPr>
                                  <m:t>𝑉𝑜𝑐𝑏</m:t>
                                </m:r>
                              </m:e>
                              <m:sub>
                                <m:r>
                                  <a:rPr lang="en-HK" sz="36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d>
                              <m:dPr>
                                <m:ctrlPr>
                                  <a:rPr lang="en-HK" sz="3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6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sSub>
                                  <m:sSubPr>
                                    <m:ctrlPr>
                                      <a:rPr lang="en-HK" sz="3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3600" i="1">
                                <a:latin typeface="Cambria Math" panose="02040503050406030204" pitchFamily="18" charset="0"/>
                              </a:rPr>
                              <m:t>𝑒𝑙𝑠𝑒</m:t>
                            </m:r>
                          </m:e>
                        </m:mr>
                      </m:m>
                    </m:oMath>
                  </m:oMathPara>
                </a14:m>
                <a:endParaRPr lang="en-HK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HK" sz="3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HK" sz="36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3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HK" sz="3600" i="1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sub>
                      </m:sSub>
                      <m:r>
                        <a:rPr lang="en-US" sz="3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HK" sz="36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HK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3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HK" sz="3600" i="1">
                              <a:latin typeface="Cambria Math" panose="02040503050406030204" pitchFamily="18" charset="0"/>
                            </a:rPr>
                            <m:t>𝑡𝑟𝑖𝑣𝑎𝑙</m:t>
                          </m:r>
                          <m:r>
                            <a:rPr lang="en-HK" sz="3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600" i="1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sub>
                      </m:sSub>
                    </m:oMath>
                  </m:oMathPara>
                </a14:m>
                <a:endParaRPr lang="en-US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HK" sz="3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598" y="3565967"/>
                <a:ext cx="8280001" cy="878796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64AA444-62BB-4000-A4D0-C5A9C0F339F1}"/>
              </a:ext>
            </a:extLst>
          </p:cNvPr>
          <p:cNvGrpSpPr/>
          <p:nvPr/>
        </p:nvGrpSpPr>
        <p:grpSpPr>
          <a:xfrm>
            <a:off x="9774145" y="3709936"/>
            <a:ext cx="14518058" cy="8500018"/>
            <a:chOff x="360038" y="36195"/>
            <a:chExt cx="4609830" cy="2700325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549ABC0-98AA-4EBD-8B87-BB89E060CA37}"/>
                </a:ext>
              </a:extLst>
            </p:cNvPr>
            <p:cNvGrpSpPr/>
            <p:nvPr/>
          </p:nvGrpSpPr>
          <p:grpSpPr>
            <a:xfrm>
              <a:off x="360038" y="1620521"/>
              <a:ext cx="2628007" cy="1115999"/>
              <a:chOff x="360038" y="1440181"/>
              <a:chExt cx="2628277" cy="1115999"/>
            </a:xfrm>
          </p:grpSpPr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B425AE56-0021-42B4-A3B6-6F3AEB7AF013}"/>
                  </a:ext>
                </a:extLst>
              </p:cNvPr>
              <p:cNvSpPr/>
              <p:nvPr/>
            </p:nvSpPr>
            <p:spPr>
              <a:xfrm>
                <a:off x="2520315" y="1871980"/>
                <a:ext cx="468000" cy="252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19" rIns="91440" bIns="4571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…</a:t>
                </a:r>
                <a:endParaRPr lang="en-HK" sz="35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0AF973B7-E10B-44EA-B59F-7D680785DFCB}"/>
                  </a:ext>
                </a:extLst>
              </p:cNvPr>
              <p:cNvGrpSpPr/>
              <p:nvPr/>
            </p:nvGrpSpPr>
            <p:grpSpPr>
              <a:xfrm>
                <a:off x="360038" y="1440181"/>
                <a:ext cx="2160188" cy="1115999"/>
                <a:chOff x="360038" y="1440181"/>
                <a:chExt cx="2160188" cy="1115999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DF294994-7DBF-4C3C-8416-872D05444654}"/>
                    </a:ext>
                  </a:extLst>
                </p:cNvPr>
                <p:cNvGrpSpPr/>
                <p:nvPr/>
              </p:nvGrpSpPr>
              <p:grpSpPr>
                <a:xfrm>
                  <a:off x="360038" y="1440181"/>
                  <a:ext cx="1911605" cy="1115999"/>
                  <a:chOff x="360037" y="269302"/>
                  <a:chExt cx="1911788" cy="1116590"/>
                </a:xfrm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5500E894-9776-413B-9852-B651C6B36822}"/>
                      </a:ext>
                    </a:extLst>
                  </p:cNvPr>
                  <p:cNvGrpSpPr/>
                  <p:nvPr/>
                </p:nvGrpSpPr>
                <p:grpSpPr>
                  <a:xfrm>
                    <a:off x="360037" y="269302"/>
                    <a:ext cx="471599" cy="1116000"/>
                    <a:chOff x="3516129" y="917483"/>
                    <a:chExt cx="469771" cy="1114548"/>
                  </a:xfrm>
                </p:grpSpPr>
                <p:grpSp>
                  <p:nvGrpSpPr>
                    <p:cNvPr id="67" name="Group 66">
                      <a:extLst>
                        <a:ext uri="{FF2B5EF4-FFF2-40B4-BE49-F238E27FC236}">
                          <a16:creationId xmlns:a16="http://schemas.microsoft.com/office/drawing/2014/main" id="{050FBA1A-DC1C-419F-B315-C1157B78C9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16129" y="917483"/>
                      <a:ext cx="468298" cy="1114548"/>
                      <a:chOff x="3516129" y="917483"/>
                      <a:chExt cx="468298" cy="1114548"/>
                    </a:xfrm>
                  </p:grpSpPr>
                  <p:cxnSp>
                    <p:nvCxnSpPr>
                      <p:cNvPr id="69" name="Straight Arrow Connector 68">
                        <a:extLst>
                          <a:ext uri="{FF2B5EF4-FFF2-40B4-BE49-F238E27FC236}">
                            <a16:creationId xmlns:a16="http://schemas.microsoft.com/office/drawing/2014/main" id="{B8686AAF-3643-4780-BA2B-B9F737AFC0EC}"/>
                          </a:ext>
                        </a:extLst>
                      </p:cNvPr>
                      <p:cNvCxnSpPr>
                        <a:stCxn id="68" idx="0"/>
                        <a:endCxn id="71" idx="2"/>
                      </p:cNvCxnSpPr>
                      <p:nvPr/>
                    </p:nvCxnSpPr>
                    <p:spPr>
                      <a:xfrm flipH="1" flipV="1">
                        <a:off x="3749955" y="1169072"/>
                        <a:ext cx="1813" cy="180809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70" name="Group 69">
                        <a:extLst>
                          <a:ext uri="{FF2B5EF4-FFF2-40B4-BE49-F238E27FC236}">
                            <a16:creationId xmlns:a16="http://schemas.microsoft.com/office/drawing/2014/main" id="{A4817984-91C5-49CE-BC40-C34FED45AB6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516510" y="1601857"/>
                        <a:ext cx="467917" cy="430174"/>
                        <a:chOff x="183001" y="432814"/>
                        <a:chExt cx="467917" cy="430174"/>
                      </a:xfrm>
                    </p:grpSpPr>
                    <p:sp>
                      <p:nvSpPr>
                        <p:cNvPr id="72" name="矩形 23">
                          <a:extLst>
                            <a:ext uri="{FF2B5EF4-FFF2-40B4-BE49-F238E27FC236}">
                              <a16:creationId xmlns:a16="http://schemas.microsoft.com/office/drawing/2014/main" id="{F5DF8A5E-7FBC-4CB2-B5D9-5ABABDAD9E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3001" y="611287"/>
                          <a:ext cx="467917" cy="251701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:r>
                            <a:rPr lang="en-US" sz="3599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EOS</a:t>
                          </a:r>
                          <a:r>
                            <a:rPr lang="en-US" sz="3599" b="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DengXian" panose="02010600030101010101" pitchFamily="2" charset="-122"/>
                            </a:rPr>
                            <a:t> </a:t>
                          </a:r>
                          <a:endParaRPr lang="en-HK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  <p:cxnSp>
                      <p:nvCxnSpPr>
                        <p:cNvPr id="73" name="Straight Arrow Connector 72">
                          <a:extLst>
                            <a:ext uri="{FF2B5EF4-FFF2-40B4-BE49-F238E27FC236}">
                              <a16:creationId xmlns:a16="http://schemas.microsoft.com/office/drawing/2014/main" id="{BCE41814-DE94-4EE9-955D-F73D6B8CFA82}"/>
                            </a:ext>
                          </a:extLst>
                        </p:cNvPr>
                        <p:cNvCxnSpPr>
                          <a:stCxn id="72" idx="0"/>
                          <a:endCxn id="68" idx="2"/>
                        </p:cNvCxnSpPr>
                        <p:nvPr/>
                      </p:nvCxnSpPr>
                      <p:spPr>
                        <a:xfrm flipV="1">
                          <a:off x="416827" y="432814"/>
                          <a:ext cx="1432" cy="178303"/>
                        </a:xfrm>
                        <a:prstGeom prst="straightConnector1">
                          <a:avLst/>
                        </a:prstGeom>
                        <a:ln w="38100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71" name="矩形 23">
                        <a:extLst>
                          <a:ext uri="{FF2B5EF4-FFF2-40B4-BE49-F238E27FC236}">
                            <a16:creationId xmlns:a16="http://schemas.microsoft.com/office/drawing/2014/main" id="{E5BF9B9D-006A-4F80-B6B6-6E88AD8CE8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516129" y="917483"/>
                        <a:ext cx="467917" cy="251701"/>
                      </a:xfrm>
                      <a:prstGeom prst="rect">
                        <a:avLst/>
                      </a:prstGeom>
                      <a:noFill/>
                      <a:ln w="6350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lang="zh-CN" altLang="en-US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a:t>社会</a:t>
                        </a:r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68" name="Rectangle: Rounded Corners 67">
                      <a:extLst>
                        <a:ext uri="{FF2B5EF4-FFF2-40B4-BE49-F238E27FC236}">
                          <a16:creationId xmlns:a16="http://schemas.microsoft.com/office/drawing/2014/main" id="{EA9811A0-F3CC-4C59-AFE1-DF4550929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7900" y="1350010"/>
                      <a:ext cx="468000" cy="252000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cell</a:t>
                      </a:r>
                      <a:endParaRPr lang="en-HK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p:grpSp>
              <p:grpSp>
                <p:nvGrpSpPr>
                  <p:cNvPr id="52" name="Group 51">
                    <a:extLst>
                      <a:ext uri="{FF2B5EF4-FFF2-40B4-BE49-F238E27FC236}">
                        <a16:creationId xmlns:a16="http://schemas.microsoft.com/office/drawing/2014/main" id="{51C76190-AA82-4867-B7B9-AFDE50C9AEC3}"/>
                      </a:ext>
                    </a:extLst>
                  </p:cNvPr>
                  <p:cNvGrpSpPr/>
                  <p:nvPr/>
                </p:nvGrpSpPr>
                <p:grpSpPr>
                  <a:xfrm>
                    <a:off x="1080136" y="269597"/>
                    <a:ext cx="471599" cy="1116000"/>
                    <a:chOff x="0" y="0"/>
                    <a:chExt cx="469771" cy="1114548"/>
                  </a:xfrm>
                </p:grpSpPr>
                <p:grpSp>
                  <p:nvGrpSpPr>
                    <p:cNvPr id="60" name="Group 59">
                      <a:extLst>
                        <a:ext uri="{FF2B5EF4-FFF2-40B4-BE49-F238E27FC236}">
                          <a16:creationId xmlns:a16="http://schemas.microsoft.com/office/drawing/2014/main" id="{90251A86-47A8-4C55-8D77-148150A5A80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0"/>
                      <a:ext cx="468298" cy="1114548"/>
                      <a:chOff x="0" y="0"/>
                      <a:chExt cx="468298" cy="1114548"/>
                    </a:xfrm>
                  </p:grpSpPr>
                  <p:cxnSp>
                    <p:nvCxnSpPr>
                      <p:cNvPr id="62" name="Straight Arrow Connector 61">
                        <a:extLst>
                          <a:ext uri="{FF2B5EF4-FFF2-40B4-BE49-F238E27FC236}">
                            <a16:creationId xmlns:a16="http://schemas.microsoft.com/office/drawing/2014/main" id="{D7CDCEE2-D350-44E0-9DF5-266899460D2E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 flipV="1">
                        <a:off x="233826" y="251589"/>
                        <a:ext cx="1813" cy="180809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63" name="Group 62">
                        <a:extLst>
                          <a:ext uri="{FF2B5EF4-FFF2-40B4-BE49-F238E27FC236}">
                            <a16:creationId xmlns:a16="http://schemas.microsoft.com/office/drawing/2014/main" id="{B4A380D9-F181-47E4-8FBE-50F7732DE71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81" y="684374"/>
                        <a:ext cx="467917" cy="430174"/>
                        <a:chOff x="381" y="684374"/>
                        <a:chExt cx="467917" cy="430174"/>
                      </a:xfrm>
                    </p:grpSpPr>
                    <p:sp>
                      <p:nvSpPr>
                        <p:cNvPr id="65" name="矩形 23">
                          <a:extLst>
                            <a:ext uri="{FF2B5EF4-FFF2-40B4-BE49-F238E27FC236}">
                              <a16:creationId xmlns:a16="http://schemas.microsoft.com/office/drawing/2014/main" id="{8AE7E2C1-F0EF-45F7-AEF0-C71504A8AF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81" y="862847"/>
                          <a:ext cx="467917" cy="251701"/>
                        </a:xfrm>
                        <a:prstGeom prst="rect">
                          <a:avLst/>
                        </a:prstGeom>
                        <a:noFill/>
                        <a:ln w="6350" cap="flat" cmpd="sng" algn="ctr">
                          <a:solidFill>
                            <a:schemeClr val="dk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>
                          <a:schemeClr val="dk1"/>
                        </a:fontRef>
                      </p:style>
                      <p:txBody>
                        <a:bodyPr rot="0" spcFirstLastPara="0" vert="horz" wrap="square" numCol="1" spcCol="0" rtlCol="0" fromWordArt="0" anchor="ctr" anchorCtr="0" forceAA="0" compatLnSpc="1">
                          <a:prstTxWarp prst="textNoShape">
                            <a:avLst/>
                          </a:prstTxWarp>
                        </a:bodyPr>
                        <a:lstStyle/>
                        <a:p>
                          <a:pPr algn="ctr"/>
                          <a:r>
                            <a:rPr lang="zh-CN" altLang="en-US" sz="3599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ea typeface="STKaiti" panose="02010600040101010101" pitchFamily="2" charset="-122"/>
                            </a:rPr>
                            <a:t>社会</a:t>
                          </a:r>
                          <a:endParaRPr lang="en-HK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DengXian" panose="02010600030101010101" pitchFamily="2" charset="-122"/>
                          </a:endParaRPr>
                        </a:p>
                      </p:txBody>
                    </p:sp>
                    <p:cxnSp>
                      <p:nvCxnSpPr>
                        <p:cNvPr id="66" name="Straight Arrow Connector 65">
                          <a:extLst>
                            <a:ext uri="{FF2B5EF4-FFF2-40B4-BE49-F238E27FC236}">
                              <a16:creationId xmlns:a16="http://schemas.microsoft.com/office/drawing/2014/main" id="{FC12C40E-3633-4F88-98D7-9BA1F6122A61}"/>
                            </a:ext>
                          </a:extLst>
                        </p:cNvPr>
                        <p:cNvCxnSpPr/>
                        <p:nvPr/>
                      </p:nvCxnSpPr>
                      <p:spPr>
                        <a:xfrm flipV="1">
                          <a:off x="234207" y="684374"/>
                          <a:ext cx="1432" cy="178303"/>
                        </a:xfrm>
                        <a:prstGeom prst="straightConnector1">
                          <a:avLst/>
                        </a:prstGeom>
                        <a:ln w="38100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64" name="矩形 23">
                        <a:extLst>
                          <a:ext uri="{FF2B5EF4-FFF2-40B4-BE49-F238E27FC236}">
                            <a16:creationId xmlns:a16="http://schemas.microsoft.com/office/drawing/2014/main" id="{EAC50CD9-41B7-417A-BB05-65C04BA92C5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0"/>
                        <a:ext cx="467917" cy="251701"/>
                      </a:xfrm>
                      <a:prstGeom prst="rect">
                        <a:avLst/>
                      </a:prstGeom>
                      <a:noFill/>
                      <a:ln w="6350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lang="zh-CN" altLang="en-US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a:t>还是</a:t>
                        </a:r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</p:grpSp>
                <p:sp>
                  <p:nvSpPr>
                    <p:cNvPr id="61" name="Rectangle: Rounded Corners 60">
                      <a:extLst>
                        <a:ext uri="{FF2B5EF4-FFF2-40B4-BE49-F238E27FC236}">
                          <a16:creationId xmlns:a16="http://schemas.microsoft.com/office/drawing/2014/main" id="{E7C7E6C0-F920-42B1-8451-2B5B85F1A7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1" y="432527"/>
                      <a:ext cx="468000" cy="252000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cell</a:t>
                      </a:r>
                      <a:endParaRPr lang="en-HK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53" name="Straight Arrow Connector 52">
                    <a:extLst>
                      <a:ext uri="{FF2B5EF4-FFF2-40B4-BE49-F238E27FC236}">
                        <a16:creationId xmlns:a16="http://schemas.microsoft.com/office/drawing/2014/main" id="{4D9324CC-A77F-421D-B9C9-87A9477BBD87}"/>
                      </a:ext>
                    </a:extLst>
                  </p:cNvPr>
                  <p:cNvCxnSpPr>
                    <a:stCxn id="68" idx="3"/>
                    <a:endCxn id="61" idx="1"/>
                  </p:cNvCxnSpPr>
                  <p:nvPr/>
                </p:nvCxnSpPr>
                <p:spPr>
                  <a:xfrm>
                    <a:off x="831614" y="828476"/>
                    <a:ext cx="250261" cy="296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092DE57A-182E-4B33-A30C-566722A9E178}"/>
                      </a:ext>
                    </a:extLst>
                  </p:cNvPr>
                  <p:cNvGrpSpPr/>
                  <p:nvPr/>
                </p:nvGrpSpPr>
                <p:grpSpPr>
                  <a:xfrm>
                    <a:off x="1800607" y="702983"/>
                    <a:ext cx="471218" cy="682909"/>
                    <a:chOff x="381" y="432527"/>
                    <a:chExt cx="469390" cy="682021"/>
                  </a:xfrm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3FB33D6D-7E45-4527-9F87-13DEA091E8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81" y="684374"/>
                      <a:ext cx="467917" cy="430174"/>
                      <a:chOff x="381" y="684374"/>
                      <a:chExt cx="467917" cy="430174"/>
                    </a:xfrm>
                  </p:grpSpPr>
                  <p:sp>
                    <p:nvSpPr>
                      <p:cNvPr id="58" name="矩形 23">
                        <a:extLst>
                          <a:ext uri="{FF2B5EF4-FFF2-40B4-BE49-F238E27FC236}">
                            <a16:creationId xmlns:a16="http://schemas.microsoft.com/office/drawing/2014/main" id="{C5E4BB17-F00E-4145-812C-A118BBA63DF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81" y="862847"/>
                        <a:ext cx="467917" cy="251701"/>
                      </a:xfrm>
                      <a:prstGeom prst="rect">
                        <a:avLst/>
                      </a:prstGeom>
                      <a:noFill/>
                      <a:ln w="6350" cap="flat" cmpd="sng" algn="ctr">
                        <a:solidFill>
                          <a:schemeClr val="dk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dk1"/>
                      </a:fontRef>
                    </p:style>
                    <p:txBody>
                      <a:bodyPr rot="0" spcFirstLastPara="0" vert="horz" wrap="square" numCol="1" spcCol="0" rtlCol="0" fromWordArt="0" anchor="ctr" anchorCtr="0" forceAA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algn="ctr"/>
                        <a:r>
                          <a:rPr lang="zh-CN" altLang="en-US" sz="3599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ea typeface="STKaiti" panose="02010600040101010101" pitchFamily="2" charset="-122"/>
                          </a:rPr>
                          <a:t>还是</a:t>
                        </a:r>
                        <a:endParaRPr lang="en-HK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endParaRPr>
                      </a:p>
                    </p:txBody>
                  </p:sp>
                  <p:cxnSp>
                    <p:nvCxnSpPr>
                      <p:cNvPr id="59" name="Straight Arrow Connector 58">
                        <a:extLst>
                          <a:ext uri="{FF2B5EF4-FFF2-40B4-BE49-F238E27FC236}">
                            <a16:creationId xmlns:a16="http://schemas.microsoft.com/office/drawing/2014/main" id="{BCBCD330-1385-459C-BA20-2A95FC1F9040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234207" y="684374"/>
                        <a:ext cx="1432" cy="178303"/>
                      </a:xfrm>
                      <a:prstGeom prst="straightConnector1">
                        <a:avLst/>
                      </a:prstGeom>
                      <a:ln w="38100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57" name="Rectangle: Rounded Corners 56">
                      <a:extLst>
                        <a:ext uri="{FF2B5EF4-FFF2-40B4-BE49-F238E27FC236}">
                          <a16:creationId xmlns:a16="http://schemas.microsoft.com/office/drawing/2014/main" id="{AD3C9D8D-A2FA-4929-82EC-70CEE11FB2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71" y="432527"/>
                      <a:ext cx="468000" cy="252000"/>
                    </a:xfrm>
                    <a:prstGeom prst="roundRect">
                      <a:avLst/>
                    </a:prstGeom>
                    <a:noFill/>
                    <a:ln w="63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dk1"/>
                    </a:fontRef>
                  </p:style>
                  <p:txBody>
                    <a:bodyPr rot="0" spcFirstLastPara="0" vert="horz" wrap="square" lIns="91440" tIns="45719" rIns="91440" bIns="45719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algn="ctr"/>
                      <a:r>
                        <a:rPr lang="en-US" sz="3599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cell</a:t>
                      </a:r>
                      <a:endParaRPr lang="en-HK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p:txBody>
                </p:sp>
              </p:grpSp>
              <p:cxnSp>
                <p:nvCxnSpPr>
                  <p:cNvPr id="55" name="Straight Arrow Connector 54">
                    <a:extLst>
                      <a:ext uri="{FF2B5EF4-FFF2-40B4-BE49-F238E27FC236}">
                        <a16:creationId xmlns:a16="http://schemas.microsoft.com/office/drawing/2014/main" id="{9A6EF7F2-AC27-43F1-8E45-E5430E4AF80A}"/>
                      </a:ext>
                    </a:extLst>
                  </p:cNvPr>
                  <p:cNvCxnSpPr>
                    <a:stCxn id="61" idx="3"/>
                    <a:endCxn id="57" idx="1"/>
                  </p:cNvCxnSpPr>
                  <p:nvPr/>
                </p:nvCxnSpPr>
                <p:spPr>
                  <a:xfrm>
                    <a:off x="1551680" y="828772"/>
                    <a:ext cx="250259" cy="296"/>
                  </a:xfrm>
                  <a:prstGeom prst="straightConnector1">
                    <a:avLst/>
                  </a:prstGeom>
                  <a:ln w="3810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50" name="Straight Arrow Connector 49">
                  <a:extLst>
                    <a:ext uri="{FF2B5EF4-FFF2-40B4-BE49-F238E27FC236}">
                      <a16:creationId xmlns:a16="http://schemas.microsoft.com/office/drawing/2014/main" id="{FEDA1723-E1A9-4AE9-88E2-B8F3190CCF97}"/>
                    </a:ext>
                  </a:extLst>
                </p:cNvPr>
                <p:cNvCxnSpPr>
                  <a:stCxn id="57" idx="3"/>
                  <a:endCxn id="47" idx="1"/>
                </p:cNvCxnSpPr>
                <p:nvPr/>
              </p:nvCxnSpPr>
              <p:spPr>
                <a:xfrm flipV="1">
                  <a:off x="2271564" y="1997789"/>
                  <a:ext cx="248662" cy="175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23">
                  <a:extLst>
                    <a:ext uri="{FF2B5EF4-FFF2-40B4-BE49-F238E27FC236}">
                      <a16:creationId xmlns:a16="http://schemas.microsoft.com/office/drawing/2014/main" id="{19A81E68-8A2D-4063-BDEE-BE0B89826A3C}"/>
                    </a:ext>
                  </a:extLst>
                </p:cNvPr>
                <p:cNvSpPr/>
                <p:nvPr/>
              </p:nvSpPr>
              <p:spPr>
                <a:xfrm>
                  <a:off x="2318843" y="466239"/>
                  <a:ext cx="576000" cy="252000"/>
                </a:xfrm>
                <a:prstGeom prst="rect">
                  <a:avLst/>
                </a:prstGeom>
                <a:noFill/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sz="35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rPr>
                    <a:t> </a:t>
                  </a:r>
                  <a14:m>
                    <m:oMath xmlns:m="http://schemas.openxmlformats.org/officeDocument/2006/math">
                      <m:r>
                        <a:rPr lang="en-US" sz="3599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𝑊</m:t>
                      </m:r>
                      <m:r>
                        <a:rPr lang="en-US" sz="3599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DengXian" panose="02010600030101010101" pitchFamily="2" charset="-122"/>
                        </a:rPr>
                        <m:t>∙</m:t>
                      </m:r>
                      <m:sSub>
                        <m:sSubPr>
                          <m:ctrlPr>
                            <a:rPr lang="en-HK" sz="3599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sz="3599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𝑠</m:t>
                          </m:r>
                        </m:e>
                        <m:sub>
                          <m:r>
                            <a:rPr lang="en-US" sz="3599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</a:rPr>
                            <m:t>𝑙</m:t>
                          </m:r>
                        </m:sub>
                      </m:sSub>
                    </m:oMath>
                  </a14:m>
                  <a:endParaRPr lang="en-HK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16" name="矩形 23">
                  <a:extLst>
                    <a:ext uri="{FF2B5EF4-FFF2-40B4-BE49-F238E27FC236}">
                      <a16:creationId xmlns:a16="http://schemas.microsoft.com/office/drawing/2014/main" id="{19A81E68-8A2D-4063-BDEE-BE0B89826A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8843" y="466239"/>
                  <a:ext cx="576000" cy="252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6350" cap="flat" cmpd="sng" algn="ctr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979207DA-2D07-4382-9AA2-43277582BE0B}"/>
                </a:ext>
              </a:extLst>
            </p:cNvPr>
            <p:cNvCxnSpPr>
              <a:stCxn id="57" idx="0"/>
              <a:endCxn id="16" idx="1"/>
            </p:cNvCxnSpPr>
            <p:nvPr/>
          </p:nvCxnSpPr>
          <p:spPr>
            <a:xfrm rot="5400000" flipH="1" flipV="1">
              <a:off x="1446847" y="1181977"/>
              <a:ext cx="1461733" cy="28225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28FA29A-1EFB-45BD-91C3-A3BCEEB157B2}"/>
                </a:ext>
              </a:extLst>
            </p:cNvPr>
            <p:cNvGrpSpPr/>
            <p:nvPr/>
          </p:nvGrpSpPr>
          <p:grpSpPr>
            <a:xfrm>
              <a:off x="2871230" y="1261666"/>
              <a:ext cx="432228" cy="792330"/>
              <a:chOff x="2160042" y="288422"/>
              <a:chExt cx="432228" cy="79233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矩形 23">
                    <a:extLst>
                      <a:ext uri="{FF2B5EF4-FFF2-40B4-BE49-F238E27FC236}">
                        <a16:creationId xmlns:a16="http://schemas.microsoft.com/office/drawing/2014/main" id="{C41539FC-92E9-402A-87AE-BCE45C6DBDA4}"/>
                      </a:ext>
                    </a:extLst>
                  </p:cNvPr>
                  <p:cNvSpPr/>
                  <p:nvPr/>
                </p:nvSpPr>
                <p:spPr>
                  <a:xfrm>
                    <a:off x="2160270" y="288422"/>
                    <a:ext cx="432000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HK" sz="3599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3599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δ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599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</a:rPr>
                                <m:t>l</m:t>
                              </m:r>
                            </m:sub>
                          </m:sSub>
                        </m:oMath>
                      </m:oMathPara>
                    </a14:m>
                    <a:endParaRPr lang="en-HK" sz="35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4" name="矩形 23">
                    <a:extLst>
                      <a:ext uri="{FF2B5EF4-FFF2-40B4-BE49-F238E27FC236}">
                        <a16:creationId xmlns:a16="http://schemas.microsoft.com/office/drawing/2014/main" id="{C41539FC-92E9-402A-87AE-BCE45C6DBDA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270" y="288422"/>
                    <a:ext cx="432000" cy="252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矩形 23">
                    <a:extLst>
                      <a:ext uri="{FF2B5EF4-FFF2-40B4-BE49-F238E27FC236}">
                        <a16:creationId xmlns:a16="http://schemas.microsoft.com/office/drawing/2014/main" id="{7C4D6FEB-AB4D-4D76-A7C5-A1BB0B158ABA}"/>
                      </a:ext>
                    </a:extLst>
                  </p:cNvPr>
                  <p:cNvSpPr/>
                  <p:nvPr/>
                </p:nvSpPr>
                <p:spPr>
                  <a:xfrm>
                    <a:off x="2160118" y="828752"/>
                    <a:ext cx="432000" cy="252000"/>
                  </a:xfrm>
                  <a:prstGeom prst="rect">
                    <a:avLst/>
                  </a:prstGeom>
                  <a:noFill/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dk1"/>
                  </a:fontRef>
                </p:style>
                <p:txBody>
                  <a:bodyPr rot="0" spcFirstLastPara="0" vert="horz" wrap="square" numCol="1" spcCol="0" rtlCol="0" fromWordArt="0" anchor="ctr" anchorCtr="0" forceAA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r>
                      <a:rPr lang="en-US" sz="3599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DengXian" panose="02010600030101010101" pitchFamily="2" charset="-122"/>
                      </a:rPr>
                      <a:t>1- 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HK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599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δ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599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l</m:t>
                            </m:r>
                          </m:sub>
                        </m:sSub>
                      </m:oMath>
                    </a14:m>
                    <a:endParaRPr lang="en-HK" sz="3599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ea typeface="DengXian" panose="0201060003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45" name="矩形 23">
                    <a:extLst>
                      <a:ext uri="{FF2B5EF4-FFF2-40B4-BE49-F238E27FC236}">
                        <a16:creationId xmlns:a16="http://schemas.microsoft.com/office/drawing/2014/main" id="{7C4D6FEB-AB4D-4D76-A7C5-A1BB0B158A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118" y="828752"/>
                    <a:ext cx="432000" cy="25200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232" t="-3030" b="-17424"/>
                    </a:stretch>
                  </a:blipFill>
                  <a:ln w="6350" cap="flat" cmpd="sng" algn="ctr">
                    <a:solidFill>
                      <a:schemeClr val="dk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6" name="Connector: Elbow 45">
                <a:extLst>
                  <a:ext uri="{FF2B5EF4-FFF2-40B4-BE49-F238E27FC236}">
                    <a16:creationId xmlns:a16="http://schemas.microsoft.com/office/drawing/2014/main" id="{2B020D5C-B522-4709-981B-C8CDFE654D0C}"/>
                  </a:ext>
                </a:extLst>
              </p:cNvPr>
              <p:cNvCxnSpPr>
                <a:stCxn id="44" idx="1"/>
                <a:endCxn id="45" idx="1"/>
              </p:cNvCxnSpPr>
              <p:nvPr/>
            </p:nvCxnSpPr>
            <p:spPr>
              <a:xfrm rot="10800000" flipV="1">
                <a:off x="2160042" y="414381"/>
                <a:ext cx="152" cy="540279"/>
              </a:xfrm>
              <a:prstGeom prst="bentConnector3">
                <a:avLst>
                  <a:gd name="adj1" fmla="val 85717763"/>
                </a:avLst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B2C70-F0AC-49C5-879D-BE46D82F6AA3}"/>
                </a:ext>
              </a:extLst>
            </p:cNvPr>
            <p:cNvSpPr/>
            <p:nvPr/>
          </p:nvSpPr>
          <p:spPr>
            <a:xfrm>
              <a:off x="900430" y="36195"/>
              <a:ext cx="900000" cy="540000"/>
            </a:xfrm>
            <a:prstGeom prst="rect">
              <a:avLst/>
            </a:prstGeom>
            <a:noFill/>
            <a:ln w="63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lIns="91440" tIns="45719" rIns="91440" bIns="4571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rPr>
                <a:t>External Memory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22" name="Connector: Elbow 21">
              <a:extLst>
                <a:ext uri="{FF2B5EF4-FFF2-40B4-BE49-F238E27FC236}">
                  <a16:creationId xmlns:a16="http://schemas.microsoft.com/office/drawing/2014/main" id="{04BDFC12-5EC4-4666-AB79-F0C04E21EEE4}"/>
                </a:ext>
              </a:extLst>
            </p:cNvPr>
            <p:cNvCxnSpPr>
              <a:stCxn id="57" idx="0"/>
            </p:cNvCxnSpPr>
            <p:nvPr/>
          </p:nvCxnSpPr>
          <p:spPr>
            <a:xfrm rot="5400000" flipH="1" flipV="1">
              <a:off x="2184687" y="1506835"/>
              <a:ext cx="398766" cy="695117"/>
            </a:xfrm>
            <a:prstGeom prst="bentConnector2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752F8F7-B300-4025-B709-94390D4580A2}"/>
                    </a:ext>
                  </a:extLst>
                </p:cNvPr>
                <p:cNvSpPr/>
                <p:nvPr/>
              </p:nvSpPr>
              <p:spPr>
                <a:xfrm>
                  <a:off x="2028421" y="54186"/>
                  <a:ext cx="464062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lIns="91440" tIns="45719" rIns="91440" bIns="4571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HK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sSubPr>
                          <m:e>
                            <m:r>
                              <a:rPr lang="en-US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𝑉𝑜𝑐𝑏</m:t>
                            </m:r>
                          </m:e>
                          <m:sub>
                            <m:r>
                              <a:rPr lang="en-US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en-HK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F752F8F7-B300-4025-B709-94390D4580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28421" y="54186"/>
                  <a:ext cx="464062" cy="2520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0DBDD806-EEED-46D6-B32A-35403FE5984E}"/>
                </a:ext>
              </a:extLst>
            </p:cNvPr>
            <p:cNvCxnSpPr>
              <a:stCxn id="20" idx="3"/>
              <a:endCxn id="16" idx="0"/>
            </p:cNvCxnSpPr>
            <p:nvPr/>
          </p:nvCxnSpPr>
          <p:spPr>
            <a:xfrm>
              <a:off x="1800430" y="306195"/>
              <a:ext cx="806413" cy="16004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D9792EC-E1DB-4FF5-AFA4-6773182A700C}"/>
                </a:ext>
              </a:extLst>
            </p:cNvPr>
            <p:cNvGrpSpPr/>
            <p:nvPr/>
          </p:nvGrpSpPr>
          <p:grpSpPr>
            <a:xfrm>
              <a:off x="3210231" y="139944"/>
              <a:ext cx="720292" cy="900000"/>
              <a:chOff x="-64" y="0"/>
              <a:chExt cx="721006" cy="900550"/>
            </a:xfrm>
          </p:grpSpPr>
          <p:sp>
            <p:nvSpPr>
              <p:cNvPr id="41" name="矩形 23">
                <a:extLst>
                  <a:ext uri="{FF2B5EF4-FFF2-40B4-BE49-F238E27FC236}">
                    <a16:creationId xmlns:a16="http://schemas.microsoft.com/office/drawing/2014/main" id="{4CCEFD79-312F-4ECB-BD2E-167E285FFAD0}"/>
                  </a:ext>
                </a:extLst>
              </p:cNvPr>
              <p:cNvSpPr/>
              <p:nvPr/>
            </p:nvSpPr>
            <p:spPr>
              <a:xfrm>
                <a:off x="228" y="0"/>
                <a:ext cx="720714" cy="360220"/>
              </a:xfrm>
              <a:prstGeom prst="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Emotion Vector</a:t>
                </a:r>
                <a:endParaRPr lang="en-HK" sz="3599" dirty="0">
                  <a:solidFill>
                    <a:srgbClr val="000000"/>
                  </a:solidFill>
                  <a:latin typeface="Times New Roman" panose="02020603050405020304" pitchFamily="18" charset="0"/>
                  <a:ea typeface="DengXian" panose="02010600030101010101" pitchFamily="2" charset="-122"/>
                </a:endParaRPr>
              </a:p>
            </p:txBody>
          </p:sp>
          <p:sp>
            <p:nvSpPr>
              <p:cNvPr id="42" name="矩形 23">
                <a:extLst>
                  <a:ext uri="{FF2B5EF4-FFF2-40B4-BE49-F238E27FC236}">
                    <a16:creationId xmlns:a16="http://schemas.microsoft.com/office/drawing/2014/main" id="{9C88A74D-1028-4F9D-8CE1-C76B4196CBF4}"/>
                  </a:ext>
                </a:extLst>
              </p:cNvPr>
              <p:cNvSpPr/>
              <p:nvPr/>
            </p:nvSpPr>
            <p:spPr>
              <a:xfrm>
                <a:off x="76" y="540330"/>
                <a:ext cx="720714" cy="360220"/>
              </a:xfrm>
              <a:prstGeom prst="rect">
                <a:avLst/>
              </a:prstGeom>
              <a:noFill/>
              <a:ln w="63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spcFirstLastPara="0" vert="horz" wrap="square" numCol="1" spcCol="0" rtlCol="0" fromWordArt="0" anchor="ctr" anchorCtr="0" forceAA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rPr>
                  <a:t>Generic Vector</a:t>
                </a:r>
              </a:p>
            </p:txBody>
          </p:sp>
          <p:cxnSp>
            <p:nvCxnSpPr>
              <p:cNvPr id="43" name="Connector: Elbow 42">
                <a:extLst>
                  <a:ext uri="{FF2B5EF4-FFF2-40B4-BE49-F238E27FC236}">
                    <a16:creationId xmlns:a16="http://schemas.microsoft.com/office/drawing/2014/main" id="{8E5F5092-C874-46D8-825E-65D2A084B5CE}"/>
                  </a:ext>
                </a:extLst>
              </p:cNvPr>
              <p:cNvCxnSpPr>
                <a:stCxn id="41" idx="1"/>
                <a:endCxn id="42" idx="1"/>
              </p:cNvCxnSpPr>
              <p:nvPr/>
            </p:nvCxnSpPr>
            <p:spPr>
              <a:xfrm rot="10800000" flipV="1">
                <a:off x="-64" y="180064"/>
                <a:ext cx="152" cy="540279"/>
              </a:xfrm>
              <a:prstGeom prst="bentConnector3">
                <a:avLst>
                  <a:gd name="adj1" fmla="val 89482895"/>
                </a:avLst>
              </a:prstGeom>
              <a:ln w="38100">
                <a:headEnd type="triangle"/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9526991-B3CA-4B33-81B2-E2C15DFC8CE1}"/>
                </a:ext>
              </a:extLst>
            </p:cNvPr>
            <p:cNvCxnSpPr>
              <a:stCxn id="16" idx="3"/>
            </p:cNvCxnSpPr>
            <p:nvPr/>
          </p:nvCxnSpPr>
          <p:spPr>
            <a:xfrm flipV="1">
              <a:off x="2894717" y="592111"/>
              <a:ext cx="185615" cy="31"/>
            </a:xfrm>
            <a:prstGeom prst="line">
              <a:avLst/>
            </a:prstGeom>
            <a:ln w="3810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0" name="矩形 23">
              <a:extLst>
                <a:ext uri="{FF2B5EF4-FFF2-40B4-BE49-F238E27FC236}">
                  <a16:creationId xmlns:a16="http://schemas.microsoft.com/office/drawing/2014/main" id="{CCCE2237-96A2-45DC-A2EE-06B9342DE161}"/>
                </a:ext>
              </a:extLst>
            </p:cNvPr>
            <p:cNvSpPr/>
            <p:nvPr/>
          </p:nvSpPr>
          <p:spPr>
            <a:xfrm>
              <a:off x="3655927" y="1260475"/>
              <a:ext cx="234000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numCol="1" spcCol="0" rtlCol="0" fromWordArt="0" anchor="ctr" anchorCtr="0" forceAA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Cambria Math" panose="02040503050406030204" pitchFamily="18" charset="0"/>
                  <a:ea typeface="DengXian" panose="02010600030101010101" pitchFamily="2" charset="-122"/>
                </a:rPr>
                <a:t>⨂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sp>
          <p:nvSpPr>
            <p:cNvPr id="31" name="矩形 23">
              <a:extLst>
                <a:ext uri="{FF2B5EF4-FFF2-40B4-BE49-F238E27FC236}">
                  <a16:creationId xmlns:a16="http://schemas.microsoft.com/office/drawing/2014/main" id="{B7C0CD6B-A105-4BD3-9AF4-CF9F5E8668D3}"/>
                </a:ext>
              </a:extLst>
            </p:cNvPr>
            <p:cNvSpPr/>
            <p:nvPr/>
          </p:nvSpPr>
          <p:spPr>
            <a:xfrm>
              <a:off x="3654425" y="1800225"/>
              <a:ext cx="234000" cy="25200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numCol="1" spcCol="0" rtlCol="0" fromWordArt="0" anchor="ctr" anchorCtr="0" forceAA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Cambria Math" panose="02040503050406030204" pitchFamily="18" charset="0"/>
                  <a:ea typeface="DengXian" panose="02010600030101010101" pitchFamily="2" charset="-122"/>
                  <a:cs typeface="Cambria Math" panose="02040503050406030204" pitchFamily="18" charset="0"/>
                </a:rPr>
                <a:t>⨂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A013571-AC30-4CF7-BB8C-4565C402E5CC}"/>
                </a:ext>
              </a:extLst>
            </p:cNvPr>
            <p:cNvCxnSpPr>
              <a:stCxn id="44" idx="3"/>
              <a:endCxn id="30" idx="1"/>
            </p:cNvCxnSpPr>
            <p:nvPr/>
          </p:nvCxnSpPr>
          <p:spPr>
            <a:xfrm flipV="1">
              <a:off x="3303458" y="1386475"/>
              <a:ext cx="352469" cy="11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4DA0EF82-B638-44F3-B548-9F527F46E183}"/>
                </a:ext>
              </a:extLst>
            </p:cNvPr>
            <p:cNvCxnSpPr>
              <a:stCxn id="41" idx="3"/>
              <a:endCxn id="30" idx="0"/>
            </p:cNvCxnSpPr>
            <p:nvPr/>
          </p:nvCxnSpPr>
          <p:spPr>
            <a:xfrm flipH="1">
              <a:off x="3772927" y="319944"/>
              <a:ext cx="157596" cy="940531"/>
            </a:xfrm>
            <a:prstGeom prst="bentConnector4">
              <a:avLst>
                <a:gd name="adj1" fmla="val -145054"/>
                <a:gd name="adj2" fmla="val 84173"/>
              </a:avLst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6D66CDC-5BE6-441E-AD5B-50DECC226B7E}"/>
                </a:ext>
              </a:extLst>
            </p:cNvPr>
            <p:cNvCxnSpPr>
              <a:stCxn id="45" idx="3"/>
              <a:endCxn id="31" idx="1"/>
            </p:cNvCxnSpPr>
            <p:nvPr/>
          </p:nvCxnSpPr>
          <p:spPr>
            <a:xfrm flipV="1">
              <a:off x="3303306" y="1926225"/>
              <a:ext cx="351119" cy="177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or: Elbow 34">
              <a:extLst>
                <a:ext uri="{FF2B5EF4-FFF2-40B4-BE49-F238E27FC236}">
                  <a16:creationId xmlns:a16="http://schemas.microsoft.com/office/drawing/2014/main" id="{07B327BC-3A85-4559-A1B3-36E79A9A7BBF}"/>
                </a:ext>
              </a:extLst>
            </p:cNvPr>
            <p:cNvCxnSpPr>
              <a:stCxn id="42" idx="3"/>
              <a:endCxn id="31" idx="2"/>
            </p:cNvCxnSpPr>
            <p:nvPr/>
          </p:nvCxnSpPr>
          <p:spPr>
            <a:xfrm flipH="1">
              <a:off x="3771425" y="859944"/>
              <a:ext cx="158946" cy="1192281"/>
            </a:xfrm>
            <a:prstGeom prst="bentConnector4">
              <a:avLst>
                <a:gd name="adj1" fmla="val -63797"/>
                <a:gd name="adj2" fmla="val 119173"/>
              </a:avLst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矩形 23">
              <a:extLst>
                <a:ext uri="{FF2B5EF4-FFF2-40B4-BE49-F238E27FC236}">
                  <a16:creationId xmlns:a16="http://schemas.microsoft.com/office/drawing/2014/main" id="{0BADFE64-DF0A-4CD4-A297-C4DA1D3A29A1}"/>
                </a:ext>
              </a:extLst>
            </p:cNvPr>
            <p:cNvSpPr/>
            <p:nvPr/>
          </p:nvSpPr>
          <p:spPr>
            <a:xfrm>
              <a:off x="4086456" y="1512348"/>
              <a:ext cx="233680" cy="2514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spcFirstLastPara="0" vert="horz" wrap="square" numCol="1" spcCol="0" rtlCol="0" fromWordArt="0" anchor="ctr" anchorCtr="0" forceAA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sz="3599" dirty="0">
                  <a:solidFill>
                    <a:srgbClr val="000000"/>
                  </a:solidFill>
                  <a:latin typeface="Cambria Math" panose="02040503050406030204" pitchFamily="18" charset="0"/>
                  <a:ea typeface="DengXian" panose="02010600030101010101" pitchFamily="2" charset="-122"/>
                  <a:cs typeface="Cambria Math" panose="02040503050406030204" pitchFamily="18" charset="0"/>
                </a:rPr>
                <a:t>⨁</a:t>
              </a:r>
              <a:endParaRPr lang="en-HK" sz="3599" dirty="0">
                <a:solidFill>
                  <a:srgbClr val="000000"/>
                </a:solidFill>
                <a:latin typeface="Times New Roman" panose="02020603050405020304" pitchFamily="18" charset="0"/>
                <a:ea typeface="DengXian" panose="02010600030101010101" pitchFamily="2" charset="-122"/>
              </a:endParaRPr>
            </a:p>
          </p:txBody>
        </p: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169B8ABB-0403-4081-9269-1BDD39CB2723}"/>
                </a:ext>
              </a:extLst>
            </p:cNvPr>
            <p:cNvCxnSpPr>
              <a:stCxn id="30" idx="3"/>
              <a:endCxn id="36" idx="0"/>
            </p:cNvCxnSpPr>
            <p:nvPr/>
          </p:nvCxnSpPr>
          <p:spPr>
            <a:xfrm>
              <a:off x="3889790" y="1386343"/>
              <a:ext cx="313358" cy="12586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5AADC3CA-56F1-4EE4-8FEC-E668D1F8741E}"/>
                </a:ext>
              </a:extLst>
            </p:cNvPr>
            <p:cNvCxnSpPr>
              <a:stCxn id="31" idx="3"/>
              <a:endCxn id="36" idx="2"/>
            </p:cNvCxnSpPr>
            <p:nvPr/>
          </p:nvCxnSpPr>
          <p:spPr>
            <a:xfrm flipV="1">
              <a:off x="3888288" y="1763640"/>
              <a:ext cx="314860" cy="162401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矩形 23">
                  <a:extLst>
                    <a:ext uri="{FF2B5EF4-FFF2-40B4-BE49-F238E27FC236}">
                      <a16:creationId xmlns:a16="http://schemas.microsoft.com/office/drawing/2014/main" id="{E9C745FC-0DA7-41B4-9D2F-F52202C7C459}"/>
                    </a:ext>
                  </a:extLst>
                </p:cNvPr>
                <p:cNvSpPr/>
                <p:nvPr/>
              </p:nvSpPr>
              <p:spPr>
                <a:xfrm>
                  <a:off x="4537868" y="1512053"/>
                  <a:ext cx="432000" cy="25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dk1"/>
                </a:fontRef>
              </p:style>
              <p:txBody>
                <a:bodyPr rot="0" spcFirstLastPara="0" vert="horz" wrap="square" numCol="1" spcCol="0" rtlCol="0" fromWordArt="0" anchor="ctr" anchorCtr="0" forceAA="0" compatLnSpc="1">
                  <a:prstTxWarp prst="textNoShape">
                    <a:avLst/>
                  </a:prstTxWarp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599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𝑃</m:t>
                        </m:r>
                        <m:r>
                          <a:rPr lang="en-US" sz="3599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lang="en-HK" sz="3599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HK" sz="3599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sz="35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𝒓</m:t>
                                </m:r>
                              </m:e>
                              <m:sub>
                                <m:r>
                                  <a:rPr lang="en-US" sz="3599" b="1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</a:rPr>
                                  <m:t>𝒍</m:t>
                                </m:r>
                              </m:sub>
                            </m:sSub>
                          </m:e>
                        </m:acc>
                        <m:r>
                          <a:rPr lang="en-US" sz="3599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</a:rPr>
                          <m:t> )</m:t>
                        </m:r>
                      </m:oMath>
                    </m:oMathPara>
                  </a14:m>
                  <a:endParaRPr lang="en-HK" sz="3599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DengXian" panose="02010600030101010101" pitchFamily="2" charset="-122"/>
                  </a:endParaRPr>
                </a:p>
              </p:txBody>
            </p:sp>
          </mc:Choice>
          <mc:Fallback xmlns="">
            <p:sp>
              <p:nvSpPr>
                <p:cNvPr id="39" name="矩形 23">
                  <a:extLst>
                    <a:ext uri="{FF2B5EF4-FFF2-40B4-BE49-F238E27FC236}">
                      <a16:creationId xmlns:a16="http://schemas.microsoft.com/office/drawing/2014/main" id="{E9C745FC-0DA7-41B4-9D2F-F52202C7C4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7868" y="1512053"/>
                  <a:ext cx="432000" cy="2520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5E515CD-0AAA-4AFF-A9FD-0C6D4B2178C3}"/>
                </a:ext>
              </a:extLst>
            </p:cNvPr>
            <p:cNvCxnSpPr>
              <a:stCxn id="36" idx="3"/>
              <a:endCxn id="39" idx="1"/>
            </p:cNvCxnSpPr>
            <p:nvPr/>
          </p:nvCxnSpPr>
          <p:spPr>
            <a:xfrm flipV="1">
              <a:off x="4319984" y="1637897"/>
              <a:ext cx="217724" cy="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95598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Design &gt; Part 2: Neural Network Structure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Grammar Filter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HK" sz="39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Trivial word vocabulary: </a:t>
                </a:r>
              </a:p>
              <a:p>
                <a:pPr marL="0" indent="0">
                  <a:buNone/>
                </a:pPr>
                <a:r>
                  <a:rPr lang="en-HK" sz="3999" dirty="0">
                    <a:latin typeface="Arial" panose="020B0604020202020204" pitchFamily="34" charset="0"/>
                    <a:cs typeface="Arial" panose="020B0604020202020204" pitchFamily="34" charset="0"/>
                  </a:rPr>
                  <a:t>contains trivial terms that we expect appear less in replies, such as “</a:t>
                </a:r>
                <a:r>
                  <a:rPr lang="zh-CN" altLang="en-US" sz="4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STKaiti" panose="02010600040101010101" pitchFamily="2" charset="-122"/>
                    <a:cs typeface="Arial" panose="020B0604020202020204" pitchFamily="34" charset="0"/>
                  </a:rPr>
                  <a:t>我</a:t>
                </a:r>
                <a:r>
                  <a:rPr lang="en-HK" sz="3999" dirty="0">
                    <a:latin typeface="Arial" panose="020B0604020202020204" pitchFamily="34" charset="0"/>
                    <a:cs typeface="Arial" panose="020B0604020202020204" pitchFamily="34" charset="0"/>
                  </a:rPr>
                  <a:t>”</a:t>
                </a:r>
                <a:r>
                  <a:rPr lang="zh-CN" altLang="en-US" sz="3999" dirty="0">
                    <a:latin typeface="Arial" panose="020B0604020202020204" pitchFamily="34" charset="0"/>
                    <a:cs typeface="Arial" panose="020B0604020202020204" pitchFamily="34" charset="0"/>
                  </a:rPr>
                  <a:t>， </a:t>
                </a:r>
                <a:r>
                  <a:rPr lang="en-HK" sz="3999" dirty="0"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zh-CN" altLang="en-US" sz="40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STKaiti" panose="02010600040101010101" pitchFamily="2" charset="-122"/>
                    <a:cs typeface="Arial" panose="020B0604020202020204" pitchFamily="34" charset="0"/>
                  </a:rPr>
                  <a:t>也</a:t>
                </a:r>
                <a:r>
                  <a:rPr lang="en-HK" sz="3999" dirty="0">
                    <a:latin typeface="Arial" panose="020B0604020202020204" pitchFamily="34" charset="0"/>
                    <a:cs typeface="Arial" panose="020B0604020202020204" pitchFamily="34" charset="0"/>
                  </a:rPr>
                  <a:t>”.</a:t>
                </a:r>
              </a:p>
              <a:p>
                <a:pPr marL="0" indent="0">
                  <a:buNone/>
                </a:pPr>
                <a:endParaRPr lang="en-US" sz="39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𝑠𝑖𝑔𝑚𝑜𝑖𝑑</m:t>
                      </m:r>
                      <m:r>
                        <a:rPr lang="en-US" sz="4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HK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HK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HK" sz="4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4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HK" sz="4000" b="0" i="1" smtClean="0">
                              <a:latin typeface="Cambria Math" panose="02040503050406030204" pitchFamily="18" charset="0"/>
                            </a:rPr>
                            <m:t>𝑡𝑟𝑖𝑣𝑎𝑙</m:t>
                          </m:r>
                          <m:r>
                            <a:rPr lang="en-HK" sz="4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4000" b="0" i="1" smtClean="0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sub>
                      </m:sSub>
                      <m:r>
                        <a:rPr lang="en-US" sz="4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HK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sz="4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HK" sz="40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HK" sz="4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HK" sz="40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HK" sz="4000" i="1">
                              <a:latin typeface="Cambria Math" panose="02040503050406030204" pitchFamily="18" charset="0"/>
                            </a:rPr>
                            <m:t>𝑡𝑟𝑖𝑣𝑎𝑙</m:t>
                          </m:r>
                          <m:r>
                            <a:rPr lang="en-HK" sz="40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4000" i="1">
                              <a:latin typeface="Cambria Math" panose="02040503050406030204" pitchFamily="18" charset="0"/>
                            </a:rPr>
                            <m:t>𝑤𝑜𝑟𝑑</m:t>
                          </m:r>
                        </m:sub>
                      </m:sSub>
                    </m:oMath>
                  </m:oMathPara>
                </a14:m>
                <a:endParaRPr lang="en-US" sz="4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  <a:blipFill>
                <a:blip r:embed="rId2"/>
                <a:stretch>
                  <a:fillRect l="-978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23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3060950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DB45-508D-42EC-A0F2-7F1C64554D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892840" y="12712700"/>
            <a:ext cx="5484811" cy="730250"/>
          </a:xfrm>
        </p:spPr>
        <p:txBody>
          <a:bodyPr vert="horz" lIns="91440" tIns="45719" rIns="91440" bIns="45719" rtlCol="0" anchor="ctr">
            <a:normAutofit/>
          </a:bodyPr>
          <a:lstStyle/>
          <a:p>
            <a:pPr defTabSz="914414">
              <a:spcAft>
                <a:spcPts val="600"/>
              </a:spcAft>
            </a:pPr>
            <a:fld id="{48F63A3B-78C7-47BE-AE5E-E10140E04643}" type="slidenum">
              <a:rPr lang="en-US" smtClean="0"/>
              <a:pPr defTabSz="914414">
                <a:spcAft>
                  <a:spcPts val="600"/>
                </a:spcAft>
              </a:pPr>
              <a:t>24</a:t>
            </a:fld>
            <a:endParaRPr lang="en-US"/>
          </a:p>
        </p:txBody>
      </p:sp>
      <p:sp>
        <p:nvSpPr>
          <p:cNvPr id="35" name="Title 13">
            <a:extLst>
              <a:ext uri="{FF2B5EF4-FFF2-40B4-BE49-F238E27FC236}">
                <a16:creationId xmlns:a16="http://schemas.microsoft.com/office/drawing/2014/main" id="{645DA479-C512-47E5-8E8D-4B4C022E6EA2}"/>
              </a:ext>
            </a:extLst>
          </p:cNvPr>
          <p:cNvSpPr txBox="1">
            <a:spLocks/>
          </p:cNvSpPr>
          <p:nvPr/>
        </p:nvSpPr>
        <p:spPr>
          <a:xfrm>
            <a:off x="1286603" y="6804150"/>
            <a:ext cx="21804454" cy="22714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8800" b="1" dirty="0"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endParaRPr lang="en-US" sz="8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6A52B9-1867-49C9-93D8-07C826A0381E}"/>
              </a:ext>
            </a:extLst>
          </p:cNvPr>
          <p:cNvSpPr/>
          <p:nvPr/>
        </p:nvSpPr>
        <p:spPr>
          <a:xfrm rot="5400000">
            <a:off x="1854198" y="5478270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241612188"/>
      </p:ext>
    </p:extLst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Baselines and Ablation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 fontScale="92500" lnSpcReduction="10000"/>
          </a:bodyPr>
          <a:lstStyle/>
          <a:p>
            <a:pPr lvl="0">
              <a:lnSpc>
                <a:spcPct val="125000"/>
              </a:lnSpc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S2S: a basic GRU Seq2Seq model</a:t>
            </a:r>
          </a:p>
          <a:p>
            <a:pPr lvl="0">
              <a:lnSpc>
                <a:spcPct val="125000"/>
              </a:lnSpc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S2S + GF: a GRU Seq2Seq model with the Grammar Filter mechanism</a:t>
            </a:r>
          </a:p>
          <a:p>
            <a:pPr lvl="0">
              <a:lnSpc>
                <a:spcPct val="125000"/>
              </a:lnSpc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S2S + GF + TA: a GRU Seq2Seq model with the Grammar Filter and the Topic Attention mechanism</a:t>
            </a:r>
          </a:p>
          <a:p>
            <a:pPr lvl="0">
              <a:lnSpc>
                <a:spcPct val="125000"/>
              </a:lnSpc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S2S + GF + TA: a GRU Seq2Seq model with the Grammar Filter and the External Memory mechanism</a:t>
            </a:r>
          </a:p>
          <a:p>
            <a:pPr lvl="0">
              <a:lnSpc>
                <a:spcPct val="125000"/>
              </a:lnSpc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ECS – CVAE: a GRU Seq2Seq model with the Grammar Filter, the Topic Attention, and the External Memory mechanism</a:t>
            </a:r>
          </a:p>
          <a:p>
            <a:pPr lvl="0">
              <a:lnSpc>
                <a:spcPct val="125000"/>
              </a:lnSpc>
            </a:pP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ECS: a Seq2Seq model with emotional CVAE model, the Grammar Filter, the Topic Attention, and the External Memory mechanism</a:t>
            </a:r>
          </a:p>
          <a:p>
            <a:pPr marL="0" indent="0">
              <a:lnSpc>
                <a:spcPct val="150000"/>
              </a:lnSpc>
              <a:buNone/>
            </a:pPr>
            <a:endParaRPr lang="en-US" sz="35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25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07829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altLang="zh-CN" sz="7201" b="1" dirty="0">
                <a:latin typeface="Arial" panose="020B0604020202020204" pitchFamily="34" charset="0"/>
                <a:cs typeface="Arial" panose="020B0604020202020204" pitchFamily="34" charset="0"/>
              </a:rPr>
              <a:t>Performance Metrics</a:t>
            </a:r>
            <a:endParaRPr lang="en-US" sz="72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200000"/>
                  </a:lnSpc>
                  <a:spcBef>
                    <a:spcPts val="1200"/>
                  </a:spcBef>
                  <a:buNone/>
                </a:pPr>
                <a:r>
                  <a:rPr lang="en-HK" sz="43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Content Level:</a:t>
                </a:r>
                <a:endParaRPr lang="en-HK" sz="43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99" i="1">
                          <a:latin typeface="Cambria Math" panose="02040503050406030204" pitchFamily="18" charset="0"/>
                        </a:rPr>
                        <m:t>𝑃𝑒𝑟𝑝𝑙𝑒𝑥𝑖𝑡𝑦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𝑒𝑥𝑝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(−</m:t>
                      </m:r>
                      <m:f>
                        <m:fPr>
                          <m:ctrlPr>
                            <a:rPr lang="en-HK" sz="359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HK" sz="3599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unc>
                            <m:funcPr>
                              <m:ctrlPr>
                                <a:rPr lang="en-HK" sz="3599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3599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fName>
                            <m:e>
                              <m:r>
                                <a:rPr lang="en-US" sz="3599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3599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599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sz="3599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  <m:r>
                        <a:rPr lang="en-US" sz="3599" i="1">
                          <a:latin typeface="Cambria Math" panose="02040503050406030204" pitchFamily="18" charset="0"/>
                        </a:rPr>
                        <m:t>),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𝑝𝑟𝑒𝑑𝑖𝑐𝑡𝑒𝑑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𝑤𝑜𝑟𝑑</m:t>
                      </m:r>
                    </m:oMath>
                  </m:oMathPara>
                </a14:m>
                <a:endParaRPr lang="en-HK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20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599" i="1">
                          <a:latin typeface="Cambria Math" panose="02040503050406030204" pitchFamily="18" charset="0"/>
                        </a:rPr>
                        <m:t>𝑇𝑇𝑅</m:t>
                      </m:r>
                      <m:r>
                        <a:rPr lang="en-US" sz="3599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HK" sz="359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𝑑𝑖𝑠𝑡𝑖𝑛𝑐𝑡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𝑤𝑜𝑟𝑑𝑠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𝑝𝑎𝑖𝑟𝑠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𝑡𝑜𝑘𝑒𝑛𝑠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𝑝𝑎𝑖𝑟𝑠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3599" i="1">
                          <a:latin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endParaRPr lang="en-HK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  <a:blipFill>
                <a:blip r:embed="rId2"/>
                <a:stretch>
                  <a:fillRect l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26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274179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altLang="zh-CN" sz="7201" b="1" dirty="0">
                <a:latin typeface="Arial" panose="020B0604020202020204" pitchFamily="34" charset="0"/>
                <a:cs typeface="Arial" panose="020B0604020202020204" pitchFamily="34" charset="0"/>
              </a:rPr>
              <a:t>Performance Metrics</a:t>
            </a:r>
            <a:endParaRPr lang="en-US" sz="7201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:r>
                  <a:rPr lang="en-HK" sz="4399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Emotion Level:</a:t>
                </a:r>
                <a:endParaRPr lang="en-US" sz="4399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3599" i="1">
                          <a:latin typeface="Cambria Math" panose="02040503050406030204" pitchFamily="18" charset="0"/>
                        </a:rPr>
                        <m:t>𝑒𝑚𝑜𝑡𝑖𝑜𝑛</m:t>
                      </m:r>
                      <m:r>
                        <a:rPr lang="en-HK" sz="3599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HK" sz="3599" i="1">
                          <a:latin typeface="Cambria Math" panose="02040503050406030204" pitchFamily="18" charset="0"/>
                        </a:rPr>
                        <m:t>𝑎𝑐𝑐𝑢𝑟𝑎𝑐𝑦</m:t>
                      </m:r>
                      <m:r>
                        <a:rPr lang="en-HK" sz="3599" i="1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HK" sz="3599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𝑟𝑒𝑠𝑝𝑜𝑛𝑠𝑒𝑠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𝑤𝑖𝑡h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𝑡h𝑒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𝑎𝑐𝑐𝑢𝑟𝑎𝑡𝑒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𝑒𝑚𝑜𝑡𝑖𝑜𝑛</m:t>
                          </m:r>
                        </m:num>
                        <m:den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599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HK" sz="3599" i="1">
                              <a:latin typeface="Cambria Math" panose="02040503050406030204" pitchFamily="18" charset="0"/>
                            </a:rPr>
                            <m:t>𝑟𝑒𝑠𝑝𝑜𝑛𝑠𝑒𝑠</m:t>
                          </m:r>
                        </m:den>
                      </m:f>
                      <m:r>
                        <a:rPr lang="en-US" sz="3599" i="1">
                          <a:latin typeface="Cambria Math" panose="02040503050406030204" pitchFamily="18" charset="0"/>
                        </a:rPr>
                        <m:t>×100%</m:t>
                      </m:r>
                    </m:oMath>
                  </m:oMathPara>
                </a14:m>
                <a:endParaRPr lang="en-HK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:endParaRPr lang="en-HK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 algn="ctr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:endParaRPr lang="en-HK" sz="3599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:r>
                  <a:rPr lang="en-HK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Use an Emotion Classifier to predict the probability of the response emotion category.</a:t>
                </a:r>
                <a:endParaRPr lang="en-HK" sz="3599" i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:r>
                  <a:rPr lang="en-HK" sz="3599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HK" sz="3599" i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st</a:t>
                </a:r>
                <a:r>
                  <a:rPr lang="en-HK" sz="3599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emotion accuracy: </a:t>
                </a:r>
                <a:r>
                  <a:rPr lang="en-HK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considering only one emotion category of the response</a:t>
                </a:r>
              </a:p>
              <a:p>
                <a:pPr marL="0" indent="0">
                  <a:lnSpc>
                    <a:spcPct val="160000"/>
                  </a:lnSpc>
                  <a:spcBef>
                    <a:spcPts val="1200"/>
                  </a:spcBef>
                  <a:buNone/>
                </a:pPr>
                <a:r>
                  <a:rPr lang="en-HK" sz="3599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HK" sz="3599" i="1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nd</a:t>
                </a:r>
                <a:r>
                  <a:rPr lang="en-HK" sz="3599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emotion accuracy: </a:t>
                </a:r>
                <a:r>
                  <a:rPr lang="en-HK" sz="3599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considering top 2 possible emotion categories of the response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DF0635-10D6-4999-A2A0-29ADA555B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86603" y="3565967"/>
                <a:ext cx="21804454" cy="8787964"/>
              </a:xfrm>
              <a:blipFill>
                <a:blip r:embed="rId2"/>
                <a:stretch>
                  <a:fillRect l="-1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27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33572322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Evaluation and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E7FC6A-B6F5-48E7-83A5-83A445D52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2172718"/>
              </p:ext>
            </p:extLst>
          </p:nvPr>
        </p:nvGraphicFramePr>
        <p:xfrm>
          <a:off x="2053420" y="3564000"/>
          <a:ext cx="20270810" cy="954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20000">
                  <a:extLst>
                    <a:ext uri="{9D8B030D-6E8A-4147-A177-3AD203B41FA5}">
                      <a16:colId xmlns:a16="http://schemas.microsoft.com/office/drawing/2014/main" val="3984817577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3323235613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440431565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3172637033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3461022342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298891037"/>
                    </a:ext>
                  </a:extLst>
                </a:gridCol>
              </a:tblGrid>
              <a:tr h="1080000">
                <a:tc rowSpan="3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4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HK" sz="44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Content Level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7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828372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Emotion Level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1344730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7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Perplexity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TTR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9" marR="68579" marT="0" marB="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1828372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 Accuracy (EA)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9" marR="68579" marT="0" marB="0" anchor="ctr"/>
                </a:tc>
                <a:extLst>
                  <a:ext uri="{0D108BD9-81ED-4DB2-BD59-A6C34878D82A}">
                    <a16:rowId xmlns:a16="http://schemas.microsoft.com/office/drawing/2014/main" val="400359577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Unigrams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Bigrams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3600" b="1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st </a:t>
                      </a: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EA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3600" b="1" baseline="30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 </a:t>
                      </a: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EA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78734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222.22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22.82%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39.26%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602417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196.55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1.47%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26.22%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44.12%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84236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 + 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190.09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1.56%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6.34%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23.94%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40.84%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774164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 + 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185.87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3.39%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69.97%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81.35%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91475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ECS – CVAE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159.01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2.38%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10.47%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37.89%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54.54%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519092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ECS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6575876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Corpus (Human)</a:t>
                      </a:r>
                      <a:endParaRPr lang="en-HK" sz="3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9.68%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57.29%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88.18%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96.82%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819403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12597526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Evaluation and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E7FC6A-B6F5-48E7-83A5-83A445D52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0757238"/>
              </p:ext>
            </p:extLst>
          </p:nvPr>
        </p:nvGraphicFramePr>
        <p:xfrm>
          <a:off x="2052000" y="3563447"/>
          <a:ext cx="14610486" cy="846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20000">
                  <a:extLst>
                    <a:ext uri="{9D8B030D-6E8A-4147-A177-3AD203B41FA5}">
                      <a16:colId xmlns:a16="http://schemas.microsoft.com/office/drawing/2014/main" val="3984817577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3323235613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440431565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3172637033"/>
                    </a:ext>
                  </a:extLst>
                </a:gridCol>
              </a:tblGrid>
              <a:tr h="108000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4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HK" sz="44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Perplexity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TTR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9" marR="68579" marT="0" marB="0" anchor="ctr"/>
                </a:tc>
                <a:extLst>
                  <a:ext uri="{0D108BD9-81ED-4DB2-BD59-A6C34878D82A}">
                    <a16:rowId xmlns:a16="http://schemas.microsoft.com/office/drawing/2014/main" val="400359577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Unigrams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Bigrams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78734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222.22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602417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196.55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1.47%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84236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 + 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190.09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1.56%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6.34%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774164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 + 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185.87</a:t>
                      </a:r>
                      <a:endParaRPr lang="en-HK" sz="320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3.39%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91475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ECS – CVAE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159.01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10.47%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519092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ECS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132.08</a:t>
                      </a: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2.56%</a:t>
                      </a: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12.73%</a:t>
                      </a: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520642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Corpus (Human)</a:t>
                      </a:r>
                      <a:endParaRPr lang="en-HK" sz="3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9.68%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i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57.29%</a:t>
                      </a:r>
                      <a:endParaRPr lang="en-HK" sz="320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819403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C7CA25-98F3-43D5-97E7-970D4010D2A5}"/>
              </a:ext>
            </a:extLst>
          </p:cNvPr>
          <p:cNvSpPr txBox="1"/>
          <p:nvPr/>
        </p:nvSpPr>
        <p:spPr>
          <a:xfrm>
            <a:off x="16920000" y="3558414"/>
            <a:ext cx="6171052" cy="9756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4000" b="1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HK" sz="3600" dirty="0">
                <a:latin typeface="Arial" panose="020B0604020202020204" pitchFamily="34" charset="0"/>
                <a:cs typeface="Arial" panose="020B0604020202020204" pitchFamily="34" charset="0"/>
              </a:rPr>
              <a:t>ECS outperforms best at content level</a:t>
            </a:r>
            <a:endParaRPr lang="en-HK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HK" sz="3600" dirty="0">
                <a:latin typeface="Arial" panose="020B0604020202020204" pitchFamily="34" charset="0"/>
                <a:cs typeface="Arial" panose="020B0604020202020204" pitchFamily="34" charset="0"/>
              </a:rPr>
              <a:t>Grammar Filter and Topic Attention contributes to the diversity of terms significantly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HK" sz="3600" dirty="0">
                <a:latin typeface="Arial" panose="020B0604020202020204" pitchFamily="34" charset="0"/>
                <a:cs typeface="Arial" panose="020B0604020202020204" pitchFamily="34" charset="0"/>
              </a:rPr>
              <a:t>Exception exists: the perplexity of External Memory is lower than that of Topic Attention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679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Evaluation and Results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E7FC6A-B6F5-48E7-83A5-83A445D52D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1204301"/>
              </p:ext>
            </p:extLst>
          </p:nvPr>
        </p:nvGraphicFramePr>
        <p:xfrm>
          <a:off x="2052000" y="3564000"/>
          <a:ext cx="11780324" cy="846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20000">
                  <a:extLst>
                    <a:ext uri="{9D8B030D-6E8A-4147-A177-3AD203B41FA5}">
                      <a16:colId xmlns:a16="http://schemas.microsoft.com/office/drawing/2014/main" val="3984817577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3461022342"/>
                    </a:ext>
                  </a:extLst>
                </a:gridCol>
                <a:gridCol w="2830162">
                  <a:extLst>
                    <a:ext uri="{9D8B030D-6E8A-4147-A177-3AD203B41FA5}">
                      <a16:colId xmlns:a16="http://schemas.microsoft.com/office/drawing/2014/main" val="298891037"/>
                    </a:ext>
                  </a:extLst>
                </a:gridCol>
              </a:tblGrid>
              <a:tr h="1080000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4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HK" sz="44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828372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 Accuracy (EA)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 marL="68579" marR="68579" marT="0" marB="0" anchor="ctr"/>
                </a:tc>
                <a:extLst>
                  <a:ext uri="{0D108BD9-81ED-4DB2-BD59-A6C34878D82A}">
                    <a16:rowId xmlns:a16="http://schemas.microsoft.com/office/drawing/2014/main" val="4003595773"/>
                  </a:ext>
                </a:extLst>
              </a:tr>
              <a:tr h="10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3600" b="1" baseline="300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st </a:t>
                      </a: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EA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3600" b="1" baseline="30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 </a:t>
                      </a: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EA</a:t>
                      </a:r>
                    </a:p>
                  </a:txBody>
                  <a:tcPr marL="68579" marR="68579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6787347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22.82%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39.26%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16024175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26.22%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44.12%</a:t>
                      </a:r>
                      <a:endParaRPr lang="en-HK" sz="3200" b="0" i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584236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 + TA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23.94%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40.84%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774164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S2S + GF + EM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69.97%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81.35%</a:t>
                      </a:r>
                      <a:endParaRPr lang="en-HK" sz="3200" b="1" i="1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191475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ECS – CVAE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37.89%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54.54%</a:t>
                      </a:r>
                      <a:endParaRPr lang="en-HK" sz="3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5190926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等线" panose="02010600030101010101" pitchFamily="2" charset="-122"/>
                        </a:rPr>
                        <a:t>ECS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54.01%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</a:rPr>
                        <a:t>76.45%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63809428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l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3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Corpus (Human)</a:t>
                      </a:r>
                      <a:endParaRPr lang="en-HK" sz="3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88.18%</a:t>
                      </a: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HK" sz="320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96.82%</a:t>
                      </a:r>
                    </a:p>
                  </a:txBody>
                  <a:tcPr marL="68579" marR="68579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2819403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30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59F7F8-BA7B-4FA2-AE22-764AF9B3D459}"/>
              </a:ext>
            </a:extLst>
          </p:cNvPr>
          <p:cNvSpPr txBox="1"/>
          <p:nvPr/>
        </p:nvSpPr>
        <p:spPr>
          <a:xfrm>
            <a:off x="14502810" y="3558414"/>
            <a:ext cx="8588242" cy="3405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HK" sz="4000" b="1" dirty="0">
                <a:latin typeface="Arial" panose="020B0604020202020204" pitchFamily="34" charset="0"/>
                <a:cs typeface="Arial" panose="020B0604020202020204" pitchFamily="34" charset="0"/>
              </a:rPr>
              <a:t>Findings:</a:t>
            </a: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HK" sz="3600" dirty="0">
                <a:latin typeface="Arial" panose="020B0604020202020204" pitchFamily="34" charset="0"/>
                <a:cs typeface="Arial" panose="020B0604020202020204" pitchFamily="34" charset="0"/>
              </a:rPr>
              <a:t>External Memory has the highest emotion accuracy</a:t>
            </a:r>
            <a:endParaRPr lang="en-HK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ECS performs well enough.</a:t>
            </a:r>
          </a:p>
        </p:txBody>
      </p:sp>
    </p:spTree>
    <p:extLst>
      <p:ext uri="{BB962C8B-B14F-4D97-AF65-F5344CB8AC3E}">
        <p14:creationId xmlns:p14="http://schemas.microsoft.com/office/powerpoint/2010/main" val="16446748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Evaluation and Results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31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EA2BCC-C630-40A4-A614-9A5617D50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5965" y="3651250"/>
            <a:ext cx="9977320" cy="8702676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External Memory + Grammar Filter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A74E21-D04A-4015-95CF-F2BFEA3495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99" b="1898"/>
          <a:stretch/>
        </p:blipFill>
        <p:spPr>
          <a:xfrm>
            <a:off x="1815247" y="5008232"/>
            <a:ext cx="20747156" cy="4690784"/>
          </a:xfrm>
          <a:prstGeom prst="rect">
            <a:avLst/>
          </a:prstGeom>
        </p:spPr>
      </p:pic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8C9238CB-4734-43AE-B044-35CBBCD302B1}"/>
              </a:ext>
            </a:extLst>
          </p:cNvPr>
          <p:cNvSpPr txBox="1">
            <a:spLocks/>
          </p:cNvSpPr>
          <p:nvPr/>
        </p:nvSpPr>
        <p:spPr>
          <a:xfrm>
            <a:off x="11653285" y="3651250"/>
            <a:ext cx="997732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094" indent="-457094" algn="l" defTabSz="1828372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277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285466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199653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113837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028024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2213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6399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0584" indent="-457094" algn="l" defTabSz="182837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HK" sz="4000" dirty="0">
                <a:latin typeface="Arial" panose="020B0604020202020204" pitchFamily="34" charset="0"/>
                <a:cs typeface="Arial" panose="020B0604020202020204" pitchFamily="34" charset="0"/>
              </a:rPr>
              <a:t>ECS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658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3599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Evaluation and Analysis</a:t>
            </a:r>
            <a:br>
              <a:rPr lang="en-US" sz="7201" dirty="0"/>
            </a:br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Case Study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F41D0-E726-409E-97F0-F5716BDC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0"/>
              </a:spcAft>
              <a:buNone/>
            </a:pPr>
            <a:endParaRPr lang="en-US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5" name="Content Placeholder 4">
            <a:extLst>
              <a:ext uri="{FF2B5EF4-FFF2-40B4-BE49-F238E27FC236}">
                <a16:creationId xmlns:a16="http://schemas.microsoft.com/office/drawing/2014/main" id="{3ED6C743-6729-4956-AC86-6D2B1DD527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0849489"/>
              </p:ext>
            </p:extLst>
          </p:nvPr>
        </p:nvGraphicFramePr>
        <p:xfrm>
          <a:off x="1388825" y="2916000"/>
          <a:ext cx="21600000" cy="38404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80000">
                  <a:extLst>
                    <a:ext uri="{9D8B030D-6E8A-4147-A177-3AD203B41FA5}">
                      <a16:colId xmlns:a16="http://schemas.microsoft.com/office/drawing/2014/main" val="2680908834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413653320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988520850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175815879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HK" sz="36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DengXian" panose="02010600030101010101" pitchFamily="2" charset="-122"/>
                          <a:cs typeface="Arial" panose="020B0604020202020204" pitchFamily="34" charset="0"/>
                        </a:rPr>
                        <a:t>Query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6058137"/>
                  </a:ext>
                </a:extLst>
              </a:tr>
              <a:tr h="540000">
                <a:tc rowSpan="6">
                  <a:txBody>
                    <a:bodyPr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zh-CN" altLang="en-US" sz="3600" dirty="0">
                          <a:latin typeface="STKaiti" panose="02010600040101010101" pitchFamily="2" charset="-122"/>
                          <a:ea typeface="STKaiti" panose="02010600040101010101" pitchFamily="2" charset="-122"/>
                        </a:rPr>
                        <a:t>表回忆了，直接删除，新生活开始。</a:t>
                      </a:r>
                      <a:endParaRPr lang="en-HK" altLang="zh-CN" sz="3600" dirty="0">
                        <a:latin typeface="STKaiti" panose="02010600040101010101" pitchFamily="2" charset="-122"/>
                        <a:ea typeface="STKaiti" panose="02010600040101010101" pitchFamily="2" charset="-122"/>
                      </a:endParaRPr>
                    </a:p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lang="en-US" sz="3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Don’t recall, put down memories of the past, and a new life will begin.</a:t>
                      </a:r>
                      <a:endParaRPr lang="en-HK" sz="3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S2S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我也想哭了。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237547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ECS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加油！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63805063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所以说，希望会让人更幸福。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05206506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Disgusted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生活就需要生活。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1957805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Angry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矮油，别这样说。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2446593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Happy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恭喜！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7373964"/>
                  </a:ext>
                </a:extLst>
              </a:tr>
            </a:tbl>
          </a:graphicData>
        </a:graphic>
      </p:graphicFrame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2B656BB7-89F5-44C4-84B2-CE439DF516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9795363"/>
              </p:ext>
            </p:extLst>
          </p:nvPr>
        </p:nvGraphicFramePr>
        <p:xfrm>
          <a:off x="1388825" y="6959521"/>
          <a:ext cx="21600000" cy="38404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8280000">
                  <a:extLst>
                    <a:ext uri="{9D8B030D-6E8A-4147-A177-3AD203B41FA5}">
                      <a16:colId xmlns:a16="http://schemas.microsoft.com/office/drawing/2014/main" val="985126029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413653320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988520850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1758158791"/>
                    </a:ext>
                  </a:extLst>
                </a:gridCol>
              </a:tblGrid>
              <a:tr h="2159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Query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Emotion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</a:t>
                      </a:r>
                      <a:endParaRPr lang="en-HK" sz="3600" b="1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708422"/>
                  </a:ext>
                </a:extLst>
              </a:tr>
              <a:tr h="547200">
                <a:tc rowSpan="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糟蹋原作者的创作，不要脸。</a:t>
                      </a:r>
                      <a:endParaRPr lang="en-HK" sz="3600" dirty="0">
                        <a:effectLst/>
                        <a:latin typeface="STKaiti" panose="02010600040101010101" pitchFamily="2" charset="-122"/>
                        <a:ea typeface="STKaiti" panose="02010600040101010101" pitchFamily="2" charset="-122"/>
                        <a:cs typeface="Arial" panose="020B0604020202020204" pitchFamily="34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Spoil the creation of the original author, what a shame!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GRU SEQ2SEQ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我也觉得很无奈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489511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ECS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Like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赞！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642186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Sad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可怜滴孩子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17314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Disgusted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没本事，不要脸！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103817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Angry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信不信，反正我是信了。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3596"/>
                  </a:ext>
                </a:extLst>
              </a:tr>
              <a:tr h="5472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3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Happy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3600" dirty="0">
                          <a:effectLst/>
                          <a:latin typeface="STKaiti" panose="02010600040101010101" pitchFamily="2" charset="-122"/>
                          <a:ea typeface="STKaiti" panose="02010600040101010101" pitchFamily="2" charset="-122"/>
                          <a:cs typeface="Arial" panose="020B0604020202020204" pitchFamily="34" charset="0"/>
                        </a:rPr>
                        <a:t>笑死人。</a:t>
                      </a:r>
                      <a:endParaRPr lang="en-HK" sz="36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DengXian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707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59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81DB45-508D-42EC-A0F2-7F1C64554D1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8892840" y="12712700"/>
            <a:ext cx="5484811" cy="730250"/>
          </a:xfrm>
        </p:spPr>
        <p:txBody>
          <a:bodyPr vert="horz" lIns="91440" tIns="45719" rIns="91440" bIns="45719" rtlCol="0" anchor="ctr">
            <a:normAutofit/>
          </a:bodyPr>
          <a:lstStyle/>
          <a:p>
            <a:pPr defTabSz="914414">
              <a:spcAft>
                <a:spcPts val="600"/>
              </a:spcAft>
            </a:pPr>
            <a:fld id="{48F63A3B-78C7-47BE-AE5E-E10140E04643}" type="slidenum">
              <a:rPr lang="en-US" smtClean="0"/>
              <a:pPr defTabSz="914414"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35" name="Title 13">
            <a:extLst>
              <a:ext uri="{FF2B5EF4-FFF2-40B4-BE49-F238E27FC236}">
                <a16:creationId xmlns:a16="http://schemas.microsoft.com/office/drawing/2014/main" id="{645DA479-C512-47E5-8E8D-4B4C022E6EA2}"/>
              </a:ext>
            </a:extLst>
          </p:cNvPr>
          <p:cNvSpPr txBox="1">
            <a:spLocks/>
          </p:cNvSpPr>
          <p:nvPr/>
        </p:nvSpPr>
        <p:spPr>
          <a:xfrm>
            <a:off x="1286603" y="6804150"/>
            <a:ext cx="21804454" cy="22714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182834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798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HK" sz="8800" b="1" dirty="0">
                <a:latin typeface="Arial" panose="020B0604020202020204" pitchFamily="34" charset="0"/>
                <a:cs typeface="Arial" panose="020B0604020202020204" pitchFamily="34" charset="0"/>
              </a:rPr>
              <a:t>Conclusion and Future Work</a:t>
            </a:r>
            <a:endParaRPr lang="en-US" sz="8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6A52B9-1867-49C9-93D8-07C826A0381E}"/>
              </a:ext>
            </a:extLst>
          </p:cNvPr>
          <p:cNvSpPr/>
          <p:nvPr/>
        </p:nvSpPr>
        <p:spPr>
          <a:xfrm rot="5400000">
            <a:off x="1854198" y="5478270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1190374420"/>
      </p:ext>
    </p:extLst>
  </p:cSld>
  <p:clrMapOvr>
    <a:masterClrMapping/>
  </p:clrMapOvr>
  <p:transition advClick="0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63387-62F0-4B70-A31E-073CFC5E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Conclusion and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F0635-10D6-4999-A2A0-29ADA555B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399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r>
              <a:rPr lang="en-HK" sz="4399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64" indent="-742964">
              <a:lnSpc>
                <a:spcPct val="100000"/>
              </a:lnSpc>
              <a:buFont typeface="+mj-lt"/>
              <a:buAutoNum type="arabicPeriod"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Proposed ECS (Emotional </a:t>
            </a:r>
            <a:r>
              <a:rPr lang="en-US" altLang="zh-CN" sz="3599" dirty="0">
                <a:latin typeface="Arial" panose="020B0604020202020204" pitchFamily="34" charset="0"/>
                <a:cs typeface="Arial" panose="020B0604020202020204" pitchFamily="34" charset="0"/>
              </a:rPr>
              <a:t>Chatting System</a:t>
            </a: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742964" indent="-742964">
              <a:lnSpc>
                <a:spcPct val="100000"/>
              </a:lnSpc>
              <a:buFont typeface="+mj-lt"/>
              <a:buAutoNum type="arabicPeriod"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Reduced repetitive and trivial terms and patterns in replies.</a:t>
            </a:r>
          </a:p>
          <a:p>
            <a:pPr marL="742964" indent="-742964">
              <a:lnSpc>
                <a:spcPct val="100000"/>
              </a:lnSpc>
              <a:buFont typeface="+mj-lt"/>
              <a:buAutoNum type="arabicPeriod"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Incorporated emotional relationship between the post and reply.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4399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4399" b="1" dirty="0">
                <a:latin typeface="Arial" panose="020B0604020202020204" pitchFamily="34" charset="0"/>
                <a:cs typeface="Arial" panose="020B0604020202020204" pitchFamily="34" charset="0"/>
              </a:rPr>
              <a:t>Future Work:</a:t>
            </a:r>
          </a:p>
          <a:p>
            <a:pPr marL="742964" indent="-742964">
              <a:buFont typeface="+mj-lt"/>
              <a:buAutoNum type="arabicPeriod"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Improve method to generate topic words, emotional vocabulary, and trivial words.</a:t>
            </a:r>
          </a:p>
          <a:p>
            <a:pPr marL="742964" indent="-742964">
              <a:buFont typeface="+mj-lt"/>
              <a:buAutoNum type="arabicPeriod"/>
            </a:pPr>
            <a:r>
              <a:rPr lang="en-US" sz="3599" dirty="0">
                <a:latin typeface="Arial" panose="020B0604020202020204" pitchFamily="34" charset="0"/>
                <a:cs typeface="Arial" panose="020B0604020202020204" pitchFamily="34" charset="0"/>
              </a:rPr>
              <a:t>Explore the automatic emotion estimation.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44906-63DE-46FF-B835-80A850962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0CB780-1FDC-4854-BC45-2CE135B25372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224048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24377650" cy="13716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D49F8-1767-43F0-8840-77D6D51A5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03" y="643469"/>
            <a:ext cx="21804454" cy="2271475"/>
          </a:xfrm>
        </p:spPr>
        <p:txBody>
          <a:bodyPr>
            <a:normAutofit/>
          </a:bodyPr>
          <a:lstStyle/>
          <a:p>
            <a:r>
              <a:rPr lang="en-US" sz="7201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08CA3-501E-423E-B6D1-6B82CD1992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603" y="3565967"/>
            <a:ext cx="21804454" cy="8787964"/>
          </a:xfrm>
        </p:spPr>
        <p:txBody>
          <a:bodyPr numCol="2">
            <a:normAutofit/>
          </a:bodyPr>
          <a:lstStyle/>
          <a:p>
            <a:pPr marL="914187" lvl="1" indent="-432007" algn="just">
              <a:buNone/>
            </a:pP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Asghar, N., Poupart, P., 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Hoey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J., Jiang, X., &amp; 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Mou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L. (2018). 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Affective neural response generation.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 Paper presented at the European Conference on Information Retrieval.</a:t>
            </a:r>
          </a:p>
          <a:p>
            <a:pPr marL="914187" lvl="1" indent="-432007" algn="just">
              <a:buNone/>
            </a:pPr>
            <a:endParaRPr lang="en-HK" sz="27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Ghosh, S., 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Chollet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M., 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Laksana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E., 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Morency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L.-P., &amp; Scherer, S. (2017). Affect-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lm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: A neural language model for customizable affective text generation. </a:t>
            </a:r>
            <a:r>
              <a:rPr lang="en-HK" sz="2799" i="1" dirty="0" err="1"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 preprint arXiv:1704.06851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marL="914187" lvl="1" indent="-432007" algn="just">
              <a:buNone/>
            </a:pPr>
            <a:endParaRPr lang="en-HK" sz="27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Pang, B., &amp; Lee, L. (2008). Opinion mining and sentiment analysis. 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Foundations and Trends® in Information Retrieval, 2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(1–2), 1-135. </a:t>
            </a:r>
          </a:p>
          <a:p>
            <a:pPr marL="914187" lvl="1" indent="-432007" algn="just">
              <a:buNone/>
            </a:pPr>
            <a:endParaRPr lang="en-HK" sz="2799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Prendinger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H., &amp; Ishizuka, M. (2005). THE EMPATHIC COMPANION: A CHARACTER-BASED INTERFACE THAT ADDRESSES USERS'AFFECTIVE STATES. 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Applied artificial intelligence, 19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(3-4), 267-285. </a:t>
            </a:r>
            <a:endParaRPr lang="en-HK" sz="2799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endParaRPr lang="en-HK" sz="27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Serrat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O. (2017). Understanding and developing emotional intelligence. In 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Knowledge solutions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 (pp. 329-339): Springer.</a:t>
            </a:r>
          </a:p>
          <a:p>
            <a:pPr marL="914187" lvl="1" indent="-432007" algn="just">
              <a:buNone/>
            </a:pPr>
            <a:endParaRPr lang="en-HK" sz="2799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Shawar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, B. A., &amp; Atwell, E. (2007). 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Chatbots: are they really useful?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 Paper presented at the </a:t>
            </a:r>
            <a:r>
              <a:rPr lang="en-HK" sz="2799" dirty="0" err="1">
                <a:latin typeface="Arial" panose="020B0604020202020204" pitchFamily="34" charset="0"/>
                <a:cs typeface="Arial" panose="020B0604020202020204" pitchFamily="34" charset="0"/>
              </a:rPr>
              <a:t>Ldv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 forum.</a:t>
            </a:r>
          </a:p>
          <a:p>
            <a:pPr marL="914187" lvl="1" indent="-432007" algn="just">
              <a:buNone/>
            </a:pPr>
            <a:endParaRPr lang="en-HK" sz="2799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Zhou, H., Huang, M., Zhang, T., Zhu, X., &amp; Liu, B. (2018). </a:t>
            </a:r>
            <a:r>
              <a:rPr lang="en-HK" sz="2799" i="1" dirty="0">
                <a:latin typeface="Arial" panose="020B0604020202020204" pitchFamily="34" charset="0"/>
                <a:cs typeface="Arial" panose="020B0604020202020204" pitchFamily="34" charset="0"/>
              </a:rPr>
              <a:t>Emotional chatting machine: Emotional conversation generation with internal and external memory.</a:t>
            </a:r>
            <a:r>
              <a:rPr lang="en-HK" sz="2799" dirty="0">
                <a:latin typeface="Arial" panose="020B0604020202020204" pitchFamily="34" charset="0"/>
                <a:cs typeface="Arial" panose="020B0604020202020204" pitchFamily="34" charset="0"/>
              </a:rPr>
              <a:t> Paper presented at the Thirty-Second AAAI Conference on Artificial Intelligence.</a:t>
            </a:r>
          </a:p>
          <a:p>
            <a:pPr marL="914187" lvl="1" indent="-432007" algn="just">
              <a:buNone/>
            </a:pPr>
            <a:endParaRPr lang="en-HK" sz="2799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endParaRPr lang="en-HK" sz="2799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187" lvl="1" indent="-432007" algn="just">
              <a:buNone/>
            </a:pPr>
            <a:endParaRPr lang="en-HK" sz="2799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2099334" y="4240215"/>
            <a:ext cx="1290736" cy="1290400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0572120" y="2686392"/>
            <a:ext cx="5065664" cy="254540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003784" y="10206778"/>
            <a:ext cx="4035160" cy="2027592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55484" y="11457550"/>
            <a:ext cx="971155" cy="97090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757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5F988-005E-4E04-8AB0-CBB3870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606081" y="12712700"/>
            <a:ext cx="5484971" cy="73025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62E7AD-D2F9-457B-9EA0-7242A3767F28}"/>
              </a:ext>
            </a:extLst>
          </p:cNvPr>
          <p:cNvSpPr/>
          <p:nvPr/>
        </p:nvSpPr>
        <p:spPr>
          <a:xfrm>
            <a:off x="861397" y="1059208"/>
            <a:ext cx="304801" cy="1440001"/>
          </a:xfrm>
          <a:prstGeom prst="rect">
            <a:avLst/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7"/>
          </a:p>
        </p:txBody>
      </p:sp>
    </p:spTree>
    <p:extLst>
      <p:ext uri="{BB962C8B-B14F-4D97-AF65-F5344CB8AC3E}">
        <p14:creationId xmlns:p14="http://schemas.microsoft.com/office/powerpoint/2010/main" val="33519013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7142780" y="4964007"/>
            <a:ext cx="10092122" cy="2976649"/>
          </a:xfrm>
          <a:prstGeom prst="rect">
            <a:avLst/>
          </a:prstGeom>
          <a:noFill/>
        </p:spPr>
        <p:txBody>
          <a:bodyPr wrap="none" tIns="1097280" rtlCol="0">
            <a:spAutoFit/>
          </a:bodyPr>
          <a:lstStyle/>
          <a:p>
            <a:pPr algn="ctr">
              <a:lnSpc>
                <a:spcPts val="12999"/>
              </a:lnSpc>
            </a:pPr>
            <a:r>
              <a:rPr lang="en-US" sz="19600" b="1" spc="301" dirty="0">
                <a:solidFill>
                  <a:schemeClr val="tx2"/>
                </a:solidFill>
                <a:latin typeface="Arial" panose="020B0604020202020204" pitchFamily="34" charset="0"/>
                <a:ea typeface="Nunito" charset="0"/>
                <a:cs typeface="Arial" panose="020B0604020202020204" pitchFamily="34" charset="0"/>
              </a:rPr>
              <a:t>Thanks!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917790" y="7654811"/>
            <a:ext cx="4586704" cy="769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399" spc="301" dirty="0">
                <a:solidFill>
                  <a:schemeClr val="accent2"/>
                </a:solidFill>
                <a:latin typeface="Arial" panose="020B0604020202020204" pitchFamily="34" charset="0"/>
                <a:ea typeface="Nunito" charset="0"/>
                <a:cs typeface="Arial" panose="020B0604020202020204" pitchFamily="34" charset="0"/>
              </a:rPr>
              <a:t>Any questions?</a:t>
            </a:r>
          </a:p>
        </p:txBody>
      </p:sp>
      <p:sp>
        <p:nvSpPr>
          <p:cNvPr id="8" name="Freeform 4"/>
          <p:cNvSpPr>
            <a:spLocks noChangeArrowheads="1"/>
          </p:cNvSpPr>
          <p:nvPr/>
        </p:nvSpPr>
        <p:spPr bwMode="auto">
          <a:xfrm>
            <a:off x="11085397" y="2081931"/>
            <a:ext cx="2251464" cy="2440210"/>
          </a:xfrm>
          <a:custGeom>
            <a:avLst/>
            <a:gdLst>
              <a:gd name="T0" fmla="*/ 5710 w 5893"/>
              <a:gd name="T1" fmla="*/ 3569 h 6385"/>
              <a:gd name="T2" fmla="*/ 5607 w 5893"/>
              <a:gd name="T3" fmla="*/ 2260 h 6385"/>
              <a:gd name="T4" fmla="*/ 4234 w 5893"/>
              <a:gd name="T5" fmla="*/ 1967 h 6385"/>
              <a:gd name="T6" fmla="*/ 4290 w 5893"/>
              <a:gd name="T7" fmla="*/ 515 h 6385"/>
              <a:gd name="T8" fmla="*/ 3315 w 5893"/>
              <a:gd name="T9" fmla="*/ 0 h 6385"/>
              <a:gd name="T10" fmla="*/ 2736 w 5893"/>
              <a:gd name="T11" fmla="*/ 555 h 6385"/>
              <a:gd name="T12" fmla="*/ 2482 w 5893"/>
              <a:gd name="T13" fmla="*/ 1372 h 6385"/>
              <a:gd name="T14" fmla="*/ 1546 w 5893"/>
              <a:gd name="T15" fmla="*/ 2458 h 6385"/>
              <a:gd name="T16" fmla="*/ 142 w 5893"/>
              <a:gd name="T17" fmla="*/ 2601 h 6385"/>
              <a:gd name="T18" fmla="*/ 0 w 5893"/>
              <a:gd name="T19" fmla="*/ 5401 h 6385"/>
              <a:gd name="T20" fmla="*/ 491 w 5893"/>
              <a:gd name="T21" fmla="*/ 5892 h 6385"/>
              <a:gd name="T22" fmla="*/ 2125 w 5893"/>
              <a:gd name="T23" fmla="*/ 6051 h 6385"/>
              <a:gd name="T24" fmla="*/ 3687 w 5893"/>
              <a:gd name="T25" fmla="*/ 6384 h 6385"/>
              <a:gd name="T26" fmla="*/ 5051 w 5893"/>
              <a:gd name="T27" fmla="*/ 6075 h 6385"/>
              <a:gd name="T28" fmla="*/ 5607 w 5893"/>
              <a:gd name="T29" fmla="*/ 4552 h 6385"/>
              <a:gd name="T30" fmla="*/ 5742 w 5893"/>
              <a:gd name="T31" fmla="*/ 3830 h 6385"/>
              <a:gd name="T32" fmla="*/ 912 w 5893"/>
              <a:gd name="T33" fmla="*/ 5329 h 6385"/>
              <a:gd name="T34" fmla="*/ 737 w 5893"/>
              <a:gd name="T35" fmla="*/ 5401 h 6385"/>
              <a:gd name="T36" fmla="*/ 491 w 5893"/>
              <a:gd name="T37" fmla="*/ 5155 h 6385"/>
              <a:gd name="T38" fmla="*/ 737 w 5893"/>
              <a:gd name="T39" fmla="*/ 4909 h 6385"/>
              <a:gd name="T40" fmla="*/ 983 w 5893"/>
              <a:gd name="T41" fmla="*/ 5155 h 6385"/>
              <a:gd name="T42" fmla="*/ 5321 w 5893"/>
              <a:gd name="T43" fmla="*/ 3260 h 6385"/>
              <a:gd name="T44" fmla="*/ 5115 w 5893"/>
              <a:gd name="T45" fmla="*/ 3442 h 6385"/>
              <a:gd name="T46" fmla="*/ 5250 w 5893"/>
              <a:gd name="T47" fmla="*/ 3830 h 6385"/>
              <a:gd name="T48" fmla="*/ 5115 w 5893"/>
              <a:gd name="T49" fmla="*/ 4552 h 6385"/>
              <a:gd name="T50" fmla="*/ 4869 w 5893"/>
              <a:gd name="T51" fmla="*/ 5036 h 6385"/>
              <a:gd name="T52" fmla="*/ 4148 w 5893"/>
              <a:gd name="T53" fmla="*/ 5892 h 6385"/>
              <a:gd name="T54" fmla="*/ 2371 w 5893"/>
              <a:gd name="T55" fmla="*/ 5615 h 6385"/>
              <a:gd name="T56" fmla="*/ 2125 w 5893"/>
              <a:gd name="T57" fmla="*/ 5528 h 6385"/>
              <a:gd name="T58" fmla="*/ 1848 w 5893"/>
              <a:gd name="T59" fmla="*/ 5440 h 6385"/>
              <a:gd name="T60" fmla="*/ 1594 w 5893"/>
              <a:gd name="T61" fmla="*/ 5401 h 6385"/>
              <a:gd name="T62" fmla="*/ 1475 w 5893"/>
              <a:gd name="T63" fmla="*/ 2950 h 6385"/>
              <a:gd name="T64" fmla="*/ 1737 w 5893"/>
              <a:gd name="T65" fmla="*/ 2911 h 6385"/>
              <a:gd name="T66" fmla="*/ 2038 w 5893"/>
              <a:gd name="T67" fmla="*/ 2673 h 6385"/>
              <a:gd name="T68" fmla="*/ 2323 w 5893"/>
              <a:gd name="T69" fmla="*/ 2340 h 6385"/>
              <a:gd name="T70" fmla="*/ 2530 w 5893"/>
              <a:gd name="T71" fmla="*/ 2070 h 6385"/>
              <a:gd name="T72" fmla="*/ 3053 w 5893"/>
              <a:gd name="T73" fmla="*/ 1301 h 6385"/>
              <a:gd name="T74" fmla="*/ 3315 w 5893"/>
              <a:gd name="T75" fmla="*/ 492 h 6385"/>
              <a:gd name="T76" fmla="*/ 3933 w 5893"/>
              <a:gd name="T77" fmla="*/ 1229 h 6385"/>
              <a:gd name="T78" fmla="*/ 3561 w 5893"/>
              <a:gd name="T79" fmla="*/ 2458 h 6385"/>
              <a:gd name="T80" fmla="*/ 5250 w 5893"/>
              <a:gd name="T81" fmla="*/ 2601 h 6385"/>
              <a:gd name="T82" fmla="*/ 5321 w 5893"/>
              <a:gd name="T83" fmla="*/ 3260 h 6385"/>
              <a:gd name="T84" fmla="*/ 5321 w 5893"/>
              <a:gd name="T85" fmla="*/ 3260 h 6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893" h="6385">
                <a:moveTo>
                  <a:pt x="5710" y="3569"/>
                </a:moveTo>
                <a:lnTo>
                  <a:pt x="5710" y="3569"/>
                </a:lnTo>
                <a:cubicBezTo>
                  <a:pt x="5829" y="3378"/>
                  <a:pt x="5892" y="3172"/>
                  <a:pt x="5892" y="2942"/>
                </a:cubicBezTo>
                <a:cubicBezTo>
                  <a:pt x="5892" y="2680"/>
                  <a:pt x="5797" y="2450"/>
                  <a:pt x="5607" y="2260"/>
                </a:cubicBezTo>
                <a:cubicBezTo>
                  <a:pt x="5408" y="2062"/>
                  <a:pt x="5178" y="1967"/>
                  <a:pt x="4909" y="1967"/>
                </a:cubicBezTo>
                <a:cubicBezTo>
                  <a:pt x="4234" y="1967"/>
                  <a:pt x="4234" y="1967"/>
                  <a:pt x="4234" y="1967"/>
                </a:cubicBezTo>
                <a:cubicBezTo>
                  <a:pt x="4361" y="1713"/>
                  <a:pt x="4425" y="1467"/>
                  <a:pt x="4425" y="1229"/>
                </a:cubicBezTo>
                <a:cubicBezTo>
                  <a:pt x="4425" y="928"/>
                  <a:pt x="4377" y="690"/>
                  <a:pt x="4290" y="515"/>
                </a:cubicBezTo>
                <a:cubicBezTo>
                  <a:pt x="4195" y="341"/>
                  <a:pt x="4068" y="206"/>
                  <a:pt x="3894" y="127"/>
                </a:cubicBezTo>
                <a:cubicBezTo>
                  <a:pt x="3727" y="40"/>
                  <a:pt x="3529" y="0"/>
                  <a:pt x="3315" y="0"/>
                </a:cubicBezTo>
                <a:cubicBezTo>
                  <a:pt x="3188" y="0"/>
                  <a:pt x="3069" y="48"/>
                  <a:pt x="2974" y="143"/>
                </a:cubicBezTo>
                <a:cubicBezTo>
                  <a:pt x="2863" y="254"/>
                  <a:pt x="2783" y="389"/>
                  <a:pt x="2736" y="555"/>
                </a:cubicBezTo>
                <a:cubicBezTo>
                  <a:pt x="2688" y="730"/>
                  <a:pt x="2648" y="888"/>
                  <a:pt x="2617" y="1039"/>
                </a:cubicBezTo>
                <a:cubicBezTo>
                  <a:pt x="2585" y="1198"/>
                  <a:pt x="2538" y="1309"/>
                  <a:pt x="2482" y="1372"/>
                </a:cubicBezTo>
                <a:cubicBezTo>
                  <a:pt x="2355" y="1507"/>
                  <a:pt x="2220" y="1673"/>
                  <a:pt x="2070" y="1864"/>
                </a:cubicBezTo>
                <a:cubicBezTo>
                  <a:pt x="1808" y="2197"/>
                  <a:pt x="1633" y="2395"/>
                  <a:pt x="1546" y="2458"/>
                </a:cubicBezTo>
                <a:cubicBezTo>
                  <a:pt x="491" y="2458"/>
                  <a:pt x="491" y="2458"/>
                  <a:pt x="491" y="2458"/>
                </a:cubicBezTo>
                <a:cubicBezTo>
                  <a:pt x="357" y="2458"/>
                  <a:pt x="238" y="2506"/>
                  <a:pt x="142" y="2601"/>
                </a:cubicBezTo>
                <a:cubicBezTo>
                  <a:pt x="47" y="2696"/>
                  <a:pt x="0" y="2816"/>
                  <a:pt x="0" y="2950"/>
                </a:cubicBezTo>
                <a:cubicBezTo>
                  <a:pt x="0" y="5401"/>
                  <a:pt x="0" y="5401"/>
                  <a:pt x="0" y="5401"/>
                </a:cubicBezTo>
                <a:cubicBezTo>
                  <a:pt x="0" y="5535"/>
                  <a:pt x="47" y="5655"/>
                  <a:pt x="142" y="5750"/>
                </a:cubicBezTo>
                <a:cubicBezTo>
                  <a:pt x="238" y="5845"/>
                  <a:pt x="357" y="5892"/>
                  <a:pt x="491" y="5892"/>
                </a:cubicBezTo>
                <a:cubicBezTo>
                  <a:pt x="1594" y="5892"/>
                  <a:pt x="1594" y="5892"/>
                  <a:pt x="1594" y="5892"/>
                </a:cubicBezTo>
                <a:cubicBezTo>
                  <a:pt x="1657" y="5892"/>
                  <a:pt x="1832" y="5948"/>
                  <a:pt x="2125" y="6051"/>
                </a:cubicBezTo>
                <a:cubicBezTo>
                  <a:pt x="2442" y="6154"/>
                  <a:pt x="2720" y="6241"/>
                  <a:pt x="2958" y="6297"/>
                </a:cubicBezTo>
                <a:cubicBezTo>
                  <a:pt x="3196" y="6352"/>
                  <a:pt x="3442" y="6384"/>
                  <a:pt x="3687" y="6384"/>
                </a:cubicBezTo>
                <a:cubicBezTo>
                  <a:pt x="4179" y="6384"/>
                  <a:pt x="4179" y="6384"/>
                  <a:pt x="4179" y="6384"/>
                </a:cubicBezTo>
                <a:cubicBezTo>
                  <a:pt x="4536" y="6384"/>
                  <a:pt x="4829" y="6281"/>
                  <a:pt x="5051" y="6075"/>
                </a:cubicBezTo>
                <a:cubicBezTo>
                  <a:pt x="5273" y="5869"/>
                  <a:pt x="5377" y="5591"/>
                  <a:pt x="5377" y="5234"/>
                </a:cubicBezTo>
                <a:cubicBezTo>
                  <a:pt x="5527" y="5036"/>
                  <a:pt x="5607" y="4806"/>
                  <a:pt x="5607" y="4552"/>
                </a:cubicBezTo>
                <a:cubicBezTo>
                  <a:pt x="5607" y="4497"/>
                  <a:pt x="5599" y="4441"/>
                  <a:pt x="5599" y="4385"/>
                </a:cubicBezTo>
                <a:cubicBezTo>
                  <a:pt x="5694" y="4211"/>
                  <a:pt x="5742" y="4029"/>
                  <a:pt x="5742" y="3830"/>
                </a:cubicBezTo>
                <a:cubicBezTo>
                  <a:pt x="5742" y="3743"/>
                  <a:pt x="5726" y="3656"/>
                  <a:pt x="5710" y="3569"/>
                </a:cubicBezTo>
                <a:close/>
                <a:moveTo>
                  <a:pt x="912" y="5329"/>
                </a:moveTo>
                <a:lnTo>
                  <a:pt x="912" y="5329"/>
                </a:lnTo>
                <a:cubicBezTo>
                  <a:pt x="864" y="5377"/>
                  <a:pt x="809" y="5401"/>
                  <a:pt x="737" y="5401"/>
                </a:cubicBezTo>
                <a:cubicBezTo>
                  <a:pt x="674" y="5401"/>
                  <a:pt x="610" y="5377"/>
                  <a:pt x="563" y="5329"/>
                </a:cubicBezTo>
                <a:cubicBezTo>
                  <a:pt x="515" y="5282"/>
                  <a:pt x="491" y="5226"/>
                  <a:pt x="491" y="5155"/>
                </a:cubicBezTo>
                <a:cubicBezTo>
                  <a:pt x="491" y="5091"/>
                  <a:pt x="515" y="5036"/>
                  <a:pt x="563" y="4988"/>
                </a:cubicBezTo>
                <a:cubicBezTo>
                  <a:pt x="610" y="4933"/>
                  <a:pt x="674" y="4909"/>
                  <a:pt x="737" y="4909"/>
                </a:cubicBezTo>
                <a:cubicBezTo>
                  <a:pt x="809" y="4909"/>
                  <a:pt x="864" y="4933"/>
                  <a:pt x="912" y="4988"/>
                </a:cubicBezTo>
                <a:cubicBezTo>
                  <a:pt x="959" y="5036"/>
                  <a:pt x="983" y="5091"/>
                  <a:pt x="983" y="5155"/>
                </a:cubicBezTo>
                <a:cubicBezTo>
                  <a:pt x="983" y="5226"/>
                  <a:pt x="959" y="5282"/>
                  <a:pt x="912" y="5329"/>
                </a:cubicBezTo>
                <a:close/>
                <a:moveTo>
                  <a:pt x="5321" y="3260"/>
                </a:moveTo>
                <a:lnTo>
                  <a:pt x="5321" y="3260"/>
                </a:lnTo>
                <a:cubicBezTo>
                  <a:pt x="5266" y="3378"/>
                  <a:pt x="5194" y="3434"/>
                  <a:pt x="5115" y="3442"/>
                </a:cubicBezTo>
                <a:cubicBezTo>
                  <a:pt x="5155" y="3482"/>
                  <a:pt x="5186" y="3545"/>
                  <a:pt x="5210" y="3624"/>
                </a:cubicBezTo>
                <a:cubicBezTo>
                  <a:pt x="5234" y="3695"/>
                  <a:pt x="5250" y="3767"/>
                  <a:pt x="5250" y="3830"/>
                </a:cubicBezTo>
                <a:cubicBezTo>
                  <a:pt x="5250" y="4013"/>
                  <a:pt x="5178" y="4163"/>
                  <a:pt x="5044" y="4290"/>
                </a:cubicBezTo>
                <a:cubicBezTo>
                  <a:pt x="5091" y="4370"/>
                  <a:pt x="5115" y="4457"/>
                  <a:pt x="5115" y="4552"/>
                </a:cubicBezTo>
                <a:cubicBezTo>
                  <a:pt x="5115" y="4647"/>
                  <a:pt x="5091" y="4743"/>
                  <a:pt x="5051" y="4838"/>
                </a:cubicBezTo>
                <a:cubicBezTo>
                  <a:pt x="5004" y="4933"/>
                  <a:pt x="4940" y="4996"/>
                  <a:pt x="4869" y="5036"/>
                </a:cubicBezTo>
                <a:cubicBezTo>
                  <a:pt x="4877" y="5115"/>
                  <a:pt x="4885" y="5186"/>
                  <a:pt x="4885" y="5250"/>
                </a:cubicBezTo>
                <a:cubicBezTo>
                  <a:pt x="4885" y="5678"/>
                  <a:pt x="4639" y="5892"/>
                  <a:pt x="4148" y="5892"/>
                </a:cubicBezTo>
                <a:cubicBezTo>
                  <a:pt x="3687" y="5892"/>
                  <a:pt x="3687" y="5892"/>
                  <a:pt x="3687" y="5892"/>
                </a:cubicBezTo>
                <a:cubicBezTo>
                  <a:pt x="3346" y="5892"/>
                  <a:pt x="2910" y="5797"/>
                  <a:pt x="2371" y="5615"/>
                </a:cubicBezTo>
                <a:cubicBezTo>
                  <a:pt x="2363" y="5607"/>
                  <a:pt x="2323" y="5599"/>
                  <a:pt x="2260" y="5575"/>
                </a:cubicBezTo>
                <a:cubicBezTo>
                  <a:pt x="2197" y="5551"/>
                  <a:pt x="2157" y="5535"/>
                  <a:pt x="2125" y="5528"/>
                </a:cubicBezTo>
                <a:cubicBezTo>
                  <a:pt x="2093" y="5512"/>
                  <a:pt x="2054" y="5504"/>
                  <a:pt x="1990" y="5480"/>
                </a:cubicBezTo>
                <a:cubicBezTo>
                  <a:pt x="1927" y="5464"/>
                  <a:pt x="1879" y="5448"/>
                  <a:pt x="1848" y="5440"/>
                </a:cubicBezTo>
                <a:cubicBezTo>
                  <a:pt x="1808" y="5432"/>
                  <a:pt x="1769" y="5424"/>
                  <a:pt x="1721" y="5417"/>
                </a:cubicBezTo>
                <a:cubicBezTo>
                  <a:pt x="1673" y="5408"/>
                  <a:pt x="1633" y="5401"/>
                  <a:pt x="1594" y="5401"/>
                </a:cubicBezTo>
                <a:cubicBezTo>
                  <a:pt x="1475" y="5401"/>
                  <a:pt x="1475" y="5401"/>
                  <a:pt x="1475" y="5401"/>
                </a:cubicBezTo>
                <a:cubicBezTo>
                  <a:pt x="1475" y="2950"/>
                  <a:pt x="1475" y="2950"/>
                  <a:pt x="1475" y="2950"/>
                </a:cubicBezTo>
                <a:cubicBezTo>
                  <a:pt x="1594" y="2950"/>
                  <a:pt x="1594" y="2950"/>
                  <a:pt x="1594" y="2950"/>
                </a:cubicBezTo>
                <a:cubicBezTo>
                  <a:pt x="1642" y="2950"/>
                  <a:pt x="1681" y="2934"/>
                  <a:pt x="1737" y="2911"/>
                </a:cubicBezTo>
                <a:cubicBezTo>
                  <a:pt x="1784" y="2887"/>
                  <a:pt x="1832" y="2855"/>
                  <a:pt x="1887" y="2807"/>
                </a:cubicBezTo>
                <a:cubicBezTo>
                  <a:pt x="1943" y="2760"/>
                  <a:pt x="1990" y="2720"/>
                  <a:pt x="2038" y="2673"/>
                </a:cubicBezTo>
                <a:cubicBezTo>
                  <a:pt x="2077" y="2625"/>
                  <a:pt x="2133" y="2569"/>
                  <a:pt x="2189" y="2506"/>
                </a:cubicBezTo>
                <a:cubicBezTo>
                  <a:pt x="2244" y="2435"/>
                  <a:pt x="2292" y="2379"/>
                  <a:pt x="2323" y="2340"/>
                </a:cubicBezTo>
                <a:cubicBezTo>
                  <a:pt x="2355" y="2300"/>
                  <a:pt x="2395" y="2244"/>
                  <a:pt x="2442" y="2181"/>
                </a:cubicBezTo>
                <a:cubicBezTo>
                  <a:pt x="2490" y="2118"/>
                  <a:pt x="2522" y="2086"/>
                  <a:pt x="2530" y="2070"/>
                </a:cubicBezTo>
                <a:cubicBezTo>
                  <a:pt x="2672" y="1895"/>
                  <a:pt x="2767" y="1777"/>
                  <a:pt x="2823" y="1721"/>
                </a:cubicBezTo>
                <a:cubicBezTo>
                  <a:pt x="2926" y="1610"/>
                  <a:pt x="3005" y="1467"/>
                  <a:pt x="3053" y="1301"/>
                </a:cubicBezTo>
                <a:cubicBezTo>
                  <a:pt x="3101" y="1126"/>
                  <a:pt x="3140" y="967"/>
                  <a:pt x="3172" y="817"/>
                </a:cubicBezTo>
                <a:cubicBezTo>
                  <a:pt x="3204" y="666"/>
                  <a:pt x="3251" y="555"/>
                  <a:pt x="3315" y="492"/>
                </a:cubicBezTo>
                <a:cubicBezTo>
                  <a:pt x="3561" y="492"/>
                  <a:pt x="3727" y="555"/>
                  <a:pt x="3806" y="674"/>
                </a:cubicBezTo>
                <a:cubicBezTo>
                  <a:pt x="3886" y="793"/>
                  <a:pt x="3933" y="976"/>
                  <a:pt x="3933" y="1229"/>
                </a:cubicBezTo>
                <a:cubicBezTo>
                  <a:pt x="3933" y="1380"/>
                  <a:pt x="3870" y="1586"/>
                  <a:pt x="3743" y="1848"/>
                </a:cubicBezTo>
                <a:cubicBezTo>
                  <a:pt x="3624" y="2101"/>
                  <a:pt x="3561" y="2308"/>
                  <a:pt x="3561" y="2458"/>
                </a:cubicBezTo>
                <a:cubicBezTo>
                  <a:pt x="4909" y="2458"/>
                  <a:pt x="4909" y="2458"/>
                  <a:pt x="4909" y="2458"/>
                </a:cubicBezTo>
                <a:cubicBezTo>
                  <a:pt x="5044" y="2458"/>
                  <a:pt x="5155" y="2506"/>
                  <a:pt x="5250" y="2601"/>
                </a:cubicBezTo>
                <a:cubicBezTo>
                  <a:pt x="5353" y="2704"/>
                  <a:pt x="5400" y="2816"/>
                  <a:pt x="5400" y="2950"/>
                </a:cubicBezTo>
                <a:cubicBezTo>
                  <a:pt x="5400" y="3038"/>
                  <a:pt x="5377" y="3140"/>
                  <a:pt x="5321" y="3260"/>
                </a:cubicBezTo>
                <a:close/>
                <a:moveTo>
                  <a:pt x="5321" y="3260"/>
                </a:moveTo>
                <a:lnTo>
                  <a:pt x="5321" y="326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7198">
              <a:latin typeface="Nunito" charset="0"/>
              <a:ea typeface="Nunito" charset="0"/>
              <a:cs typeface="Nuni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89412"/>
      </p:ext>
    </p:extLst>
  </p:cSld>
  <p:clrMapOvr>
    <a:masterClrMapping/>
  </p:clrMapOvr>
  <p:transition advClick="0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PT_AGENDA_PRESENTATION_DIVIDERS_STYLE_TAG" val="POWER_USER_LAYOUT_DIVIDER"/>
</p:tagLst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2649</TotalTime>
  <Words>2003</Words>
  <Application>Microsoft Office PowerPoint</Application>
  <PresentationFormat>自定义</PresentationFormat>
  <Paragraphs>556</Paragraphs>
  <Slides>37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8" baseType="lpstr">
      <vt:lpstr>Nunito</vt:lpstr>
      <vt:lpstr>Nunito Light</vt:lpstr>
      <vt:lpstr>Yu Mincho</vt:lpstr>
      <vt:lpstr>STKaiti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演示文稿</vt:lpstr>
      <vt:lpstr>Outline</vt:lpstr>
      <vt:lpstr>PowerPoint 演示文稿</vt:lpstr>
      <vt:lpstr>Introduction</vt:lpstr>
      <vt:lpstr>Introduction</vt:lpstr>
      <vt:lpstr>Introduction Problem Definition and Objectives</vt:lpstr>
      <vt:lpstr>PowerPoint 演示文稿</vt:lpstr>
      <vt:lpstr>Related Work</vt:lpstr>
      <vt:lpstr>Related Work Existing Common Problems</vt:lpstr>
      <vt:lpstr>Related Work Existing Common Problems</vt:lpstr>
      <vt:lpstr>PowerPoint 演示文稿</vt:lpstr>
      <vt:lpstr>Model Design</vt:lpstr>
      <vt:lpstr>Model Design Model Overview</vt:lpstr>
      <vt:lpstr>Model Design Model Overview</vt:lpstr>
      <vt:lpstr>Model Design &gt; Part 1: Input Data Processing Topic Word Generator</vt:lpstr>
      <vt:lpstr>Model Design &gt; Part 1: Input Data Processing Topic Word Generator</vt:lpstr>
      <vt:lpstr>Model Design &gt; Part 1: Input Data Processing Topic Word Generator</vt:lpstr>
      <vt:lpstr>Model Design &gt; Part 2: Neural Network Structure Emotional CVAE Encoder</vt:lpstr>
      <vt:lpstr>Model Design &gt; Part 2: Neural Network Structure Topic Attention</vt:lpstr>
      <vt:lpstr>Model Design &gt; Part 2: Neural Network Structure Topic Attention</vt:lpstr>
      <vt:lpstr>Model Design &gt; Part 2: Neural Network Structure Topic Attention</vt:lpstr>
      <vt:lpstr>Model Design &gt; Part 2: Neural Network Structure External Memory </vt:lpstr>
      <vt:lpstr>Model Design &gt; Part 2: Neural Network Structure External Memory </vt:lpstr>
      <vt:lpstr>Model Design &gt; Part 2: Neural Network Structure Grammar Filter</vt:lpstr>
      <vt:lpstr>PowerPoint 演示文稿</vt:lpstr>
      <vt:lpstr>Evaluation and Analysis Baselines and Ablation Study</vt:lpstr>
      <vt:lpstr>Evaluation and Analysis Performance Metrics</vt:lpstr>
      <vt:lpstr>Evaluation and Analysis Performance Metrics</vt:lpstr>
      <vt:lpstr>Evaluation and Analysis Evaluation and Results</vt:lpstr>
      <vt:lpstr>Evaluation and Analysis Evaluation and Results</vt:lpstr>
      <vt:lpstr>Evaluation and Analysis Evaluation and Results</vt:lpstr>
      <vt:lpstr>Evaluation and Analysis Evaluation and Results</vt:lpstr>
      <vt:lpstr>Evaluation and Analysis Case Study</vt:lpstr>
      <vt:lpstr>PowerPoint 演示文稿</vt:lpstr>
      <vt:lpstr>Conclusion and Future Work</vt:lpstr>
      <vt:lpstr>References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嘉铄 王</dc:creator>
  <cp:lastModifiedBy>王 嘉铄</cp:lastModifiedBy>
  <cp:revision>76</cp:revision>
  <dcterms:created xsi:type="dcterms:W3CDTF">2020-05-31T14:29:45Z</dcterms:created>
  <dcterms:modified xsi:type="dcterms:W3CDTF">2020-08-27T11:23:41Z</dcterms:modified>
</cp:coreProperties>
</file>